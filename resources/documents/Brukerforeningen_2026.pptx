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1162" r:id="rId5"/>
    <p:sldId id="1260" r:id="rId6"/>
    <p:sldId id="1280" r:id="rId7"/>
    <p:sldId id="1270" r:id="rId8"/>
    <p:sldId id="1273" r:id="rId9"/>
    <p:sldId id="1271" r:id="rId10"/>
    <p:sldId id="1238" r:id="rId11"/>
    <p:sldId id="1274" r:id="rId12"/>
    <p:sldId id="1241" r:id="rId13"/>
    <p:sldId id="1243" r:id="rId14"/>
    <p:sldId id="1277" r:id="rId15"/>
    <p:sldId id="1272" r:id="rId16"/>
    <p:sldId id="1251" r:id="rId17"/>
    <p:sldId id="1263" r:id="rId18"/>
    <p:sldId id="1268" r:id="rId19"/>
    <p:sldId id="1259" r:id="rId20"/>
    <p:sldId id="1206" r:id="rId21"/>
    <p:sldId id="1267" r:id="rId22"/>
    <p:sldId id="1257" r:id="rId23"/>
    <p:sldId id="1190" r:id="rId24"/>
    <p:sldId id="1279" r:id="rId25"/>
    <p:sldId id="1278" r:id="rId26"/>
  </p:sldIdLst>
  <p:sldSz cx="12192000" cy="6858000"/>
  <p:notesSz cx="6735763" cy="9866313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 inndeling" id="{79D67971-7A05-4A9A-893A-D79BF59EDEF0}">
          <p14:sldIdLst>
            <p14:sldId id="1162"/>
            <p14:sldId id="1260"/>
            <p14:sldId id="1280"/>
            <p14:sldId id="1270"/>
            <p14:sldId id="1273"/>
            <p14:sldId id="1271"/>
            <p14:sldId id="1238"/>
            <p14:sldId id="1274"/>
            <p14:sldId id="1241"/>
            <p14:sldId id="1243"/>
            <p14:sldId id="1277"/>
            <p14:sldId id="1272"/>
            <p14:sldId id="1251"/>
            <p14:sldId id="1263"/>
            <p14:sldId id="1268"/>
            <p14:sldId id="1259"/>
            <p14:sldId id="1206"/>
            <p14:sldId id="1267"/>
            <p14:sldId id="1257"/>
            <p14:sldId id="1190"/>
            <p14:sldId id="1279"/>
            <p14:sldId id="1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E723E-D30D-46BD-9D83-B9FF001660F8}" v="379" dt="2026-03-22T17:29:56.8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ys stil 3 – utheving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32" autoAdjust="0"/>
    <p:restoredTop sz="70926" autoAdjust="0"/>
  </p:normalViewPr>
  <p:slideViewPr>
    <p:cSldViewPr snapToGrid="0">
      <p:cViewPr>
        <p:scale>
          <a:sx n="55" d="100"/>
          <a:sy n="55" d="100"/>
        </p:scale>
        <p:origin x="84" y="3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rt Oldenborg" userId="e4c624eb-8089-4c42-ae7f-84b4d3513257" providerId="ADAL" clId="{55A0E5D0-FC10-43D4-93FB-BB9B6F6AD0D5}"/>
    <pc:docChg chg="undo custSel addSld delSld modSld sldOrd modSection">
      <pc:chgData name="Curt Oldenborg" userId="e4c624eb-8089-4c42-ae7f-84b4d3513257" providerId="ADAL" clId="{55A0E5D0-FC10-43D4-93FB-BB9B6F6AD0D5}" dt="2026-03-22T18:30:48.986" v="9008"/>
      <pc:docMkLst>
        <pc:docMk/>
      </pc:docMkLst>
      <pc:sldChg chg="addSp delSp modSp del mod">
        <pc:chgData name="Curt Oldenborg" userId="e4c624eb-8089-4c42-ae7f-84b4d3513257" providerId="ADAL" clId="{55A0E5D0-FC10-43D4-93FB-BB9B6F6AD0D5}" dt="2026-03-22T14:11:08.506" v="5171" actId="47"/>
        <pc:sldMkLst>
          <pc:docMk/>
          <pc:sldMk cId="3947777771" sldId="1049"/>
        </pc:sldMkLst>
        <pc:spChg chg="mod">
          <ac:chgData name="Curt Oldenborg" userId="e4c624eb-8089-4c42-ae7f-84b4d3513257" providerId="ADAL" clId="{55A0E5D0-FC10-43D4-93FB-BB9B6F6AD0D5}" dt="2026-03-22T08:52:37.278" v="4319" actId="20577"/>
          <ac:spMkLst>
            <pc:docMk/>
            <pc:sldMk cId="3947777771" sldId="1049"/>
            <ac:spMk id="7" creationId="{73DDC9A0-FCD4-7C6E-8D3C-521C169A70A3}"/>
          </ac:spMkLst>
        </pc:spChg>
        <pc:picChg chg="del mod">
          <ac:chgData name="Curt Oldenborg" userId="e4c624eb-8089-4c42-ae7f-84b4d3513257" providerId="ADAL" clId="{55A0E5D0-FC10-43D4-93FB-BB9B6F6AD0D5}" dt="2026-03-22T08:52:24.762" v="4293" actId="478"/>
          <ac:picMkLst>
            <pc:docMk/>
            <pc:sldMk cId="3947777771" sldId="1049"/>
            <ac:picMk id="3" creationId="{A734D82A-0D4F-2916-4D76-5AD563B4A39A}"/>
          </ac:picMkLst>
        </pc:picChg>
        <pc:picChg chg="add del">
          <ac:chgData name="Curt Oldenborg" userId="e4c624eb-8089-4c42-ae7f-84b4d3513257" providerId="ADAL" clId="{55A0E5D0-FC10-43D4-93FB-BB9B6F6AD0D5}" dt="2026-03-21T11:29:28.405" v="3741" actId="478"/>
          <ac:picMkLst>
            <pc:docMk/>
            <pc:sldMk cId="3947777771" sldId="1049"/>
            <ac:picMk id="4" creationId="{0BE90E9C-A4C1-4F2E-1707-76C1561A6483}"/>
          </ac:picMkLst>
        </pc:picChg>
        <pc:picChg chg="add del">
          <ac:chgData name="Curt Oldenborg" userId="e4c624eb-8089-4c42-ae7f-84b4d3513257" providerId="ADAL" clId="{55A0E5D0-FC10-43D4-93FB-BB9B6F6AD0D5}" dt="2026-03-21T11:29:25.656" v="3740" actId="478"/>
          <ac:picMkLst>
            <pc:docMk/>
            <pc:sldMk cId="3947777771" sldId="1049"/>
            <ac:picMk id="10" creationId="{789C24C7-28E8-E649-95A8-BAAE8C2F8094}"/>
          </ac:picMkLst>
        </pc:picChg>
        <pc:picChg chg="add del">
          <ac:chgData name="Curt Oldenborg" userId="e4c624eb-8089-4c42-ae7f-84b4d3513257" providerId="ADAL" clId="{55A0E5D0-FC10-43D4-93FB-BB9B6F6AD0D5}" dt="2026-03-21T12:04:48.572" v="3905" actId="478"/>
          <ac:picMkLst>
            <pc:docMk/>
            <pc:sldMk cId="3947777771" sldId="1049"/>
            <ac:picMk id="12" creationId="{F7AB2060-B7AB-2195-C69B-80AAF887B789}"/>
          </ac:picMkLst>
        </pc:picChg>
      </pc:sldChg>
      <pc:sldChg chg="modSp del mod modNotesTx">
        <pc:chgData name="Curt Oldenborg" userId="e4c624eb-8089-4c42-ae7f-84b4d3513257" providerId="ADAL" clId="{55A0E5D0-FC10-43D4-93FB-BB9B6F6AD0D5}" dt="2026-03-21T12:15:36.830" v="4245"/>
        <pc:sldMkLst>
          <pc:docMk/>
          <pc:sldMk cId="2283333936" sldId="1161"/>
        </pc:sldMkLst>
        <pc:spChg chg="mod">
          <ac:chgData name="Curt Oldenborg" userId="e4c624eb-8089-4c42-ae7f-84b4d3513257" providerId="ADAL" clId="{55A0E5D0-FC10-43D4-93FB-BB9B6F6AD0D5}" dt="2026-03-21T10:35:45.897" v="2663" actId="20577"/>
          <ac:spMkLst>
            <pc:docMk/>
            <pc:sldMk cId="2283333936" sldId="1161"/>
            <ac:spMk id="6" creationId="{73DDC9A0-FCD4-7C6E-8D3C-521C169A70A3}"/>
          </ac:spMkLst>
        </pc:spChg>
      </pc:sldChg>
      <pc:sldChg chg="addSp modSp mod modNotesTx">
        <pc:chgData name="Curt Oldenborg" userId="e4c624eb-8089-4c42-ae7f-84b4d3513257" providerId="ADAL" clId="{55A0E5D0-FC10-43D4-93FB-BB9B6F6AD0D5}" dt="2026-03-22T14:49:40.720" v="7244" actId="20577"/>
        <pc:sldMkLst>
          <pc:docMk/>
          <pc:sldMk cId="827480998" sldId="1162"/>
        </pc:sldMkLst>
        <pc:spChg chg="add mod">
          <ac:chgData name="Curt Oldenborg" userId="e4c624eb-8089-4c42-ae7f-84b4d3513257" providerId="ADAL" clId="{55A0E5D0-FC10-43D4-93FB-BB9B6F6AD0D5}" dt="2026-03-22T14:49:40.720" v="7244" actId="20577"/>
          <ac:spMkLst>
            <pc:docMk/>
            <pc:sldMk cId="827480998" sldId="1162"/>
            <ac:spMk id="2" creationId="{1F92934E-3C74-4090-2B6D-5B0F5EDE67F6}"/>
          </ac:spMkLst>
        </pc:spChg>
        <pc:spChg chg="mod">
          <ac:chgData name="Curt Oldenborg" userId="e4c624eb-8089-4c42-ae7f-84b4d3513257" providerId="ADAL" clId="{55A0E5D0-FC10-43D4-93FB-BB9B6F6AD0D5}" dt="2026-03-22T14:37:47.496" v="6662" actId="20577"/>
          <ac:spMkLst>
            <pc:docMk/>
            <pc:sldMk cId="827480998" sldId="1162"/>
            <ac:spMk id="6" creationId="{3E1EE1A7-115B-C27C-AFEE-F1CB4DA47820}"/>
          </ac:spMkLst>
        </pc:spChg>
      </pc:sldChg>
      <pc:sldChg chg="modSp mod">
        <pc:chgData name="Curt Oldenborg" userId="e4c624eb-8089-4c42-ae7f-84b4d3513257" providerId="ADAL" clId="{55A0E5D0-FC10-43D4-93FB-BB9B6F6AD0D5}" dt="2026-03-22T14:47:44.419" v="7236" actId="20577"/>
        <pc:sldMkLst>
          <pc:docMk/>
          <pc:sldMk cId="3557198541" sldId="1190"/>
        </pc:sldMkLst>
        <pc:spChg chg="mod">
          <ac:chgData name="Curt Oldenborg" userId="e4c624eb-8089-4c42-ae7f-84b4d3513257" providerId="ADAL" clId="{55A0E5D0-FC10-43D4-93FB-BB9B6F6AD0D5}" dt="2026-03-22T14:47:44.419" v="7236" actId="20577"/>
          <ac:spMkLst>
            <pc:docMk/>
            <pc:sldMk cId="3557198541" sldId="1190"/>
            <ac:spMk id="3" creationId="{7E9CED89-BA6E-11C8-D4D6-332409BFD3F0}"/>
          </ac:spMkLst>
        </pc:spChg>
      </pc:sldChg>
      <pc:sldChg chg="del ord">
        <pc:chgData name="Curt Oldenborg" userId="e4c624eb-8089-4c42-ae7f-84b4d3513257" providerId="ADAL" clId="{55A0E5D0-FC10-43D4-93FB-BB9B6F6AD0D5}" dt="2026-03-21T09:27:25.714" v="1613" actId="47"/>
        <pc:sldMkLst>
          <pc:docMk/>
          <pc:sldMk cId="2242255043" sldId="1205"/>
        </pc:sldMkLst>
      </pc:sldChg>
      <pc:sldChg chg="addSp delSp modSp mod ord modNotesTx">
        <pc:chgData name="Curt Oldenborg" userId="e4c624eb-8089-4c42-ae7f-84b4d3513257" providerId="ADAL" clId="{55A0E5D0-FC10-43D4-93FB-BB9B6F6AD0D5}" dt="2026-03-22T14:42:22.464" v="6925" actId="20577"/>
        <pc:sldMkLst>
          <pc:docMk/>
          <pc:sldMk cId="1982610976" sldId="1206"/>
        </pc:sldMkLst>
        <pc:spChg chg="mod">
          <ac:chgData name="Curt Oldenborg" userId="e4c624eb-8089-4c42-ae7f-84b4d3513257" providerId="ADAL" clId="{55A0E5D0-FC10-43D4-93FB-BB9B6F6AD0D5}" dt="2026-03-22T14:05:53.420" v="5128" actId="5793"/>
          <ac:spMkLst>
            <pc:docMk/>
            <pc:sldMk cId="1982610976" sldId="1206"/>
            <ac:spMk id="2" creationId="{2127A240-4B07-BAF2-7781-8AAAAFC53DD6}"/>
          </ac:spMkLst>
        </pc:spChg>
        <pc:spChg chg="del">
          <ac:chgData name="Curt Oldenborg" userId="e4c624eb-8089-4c42-ae7f-84b4d3513257" providerId="ADAL" clId="{55A0E5D0-FC10-43D4-93FB-BB9B6F6AD0D5}" dt="2026-03-21T11:21:16.395" v="3354" actId="478"/>
          <ac:spMkLst>
            <pc:docMk/>
            <pc:sldMk cId="1982610976" sldId="1206"/>
            <ac:spMk id="6" creationId="{73DDC9A0-FCD4-7C6E-8D3C-521C169A70A3}"/>
          </ac:spMkLst>
        </pc:spChg>
        <pc:picChg chg="add mod">
          <ac:chgData name="Curt Oldenborg" userId="e4c624eb-8089-4c42-ae7f-84b4d3513257" providerId="ADAL" clId="{55A0E5D0-FC10-43D4-93FB-BB9B6F6AD0D5}" dt="2026-03-22T14:06:05.887" v="5129" actId="1076"/>
          <ac:picMkLst>
            <pc:docMk/>
            <pc:sldMk cId="1982610976" sldId="1206"/>
            <ac:picMk id="3" creationId="{89180C45-C232-34F5-6804-5AD2C7944A8E}"/>
          </ac:picMkLst>
        </pc:picChg>
      </pc:sldChg>
      <pc:sldChg chg="del">
        <pc:chgData name="Curt Oldenborg" userId="e4c624eb-8089-4c42-ae7f-84b4d3513257" providerId="ADAL" clId="{55A0E5D0-FC10-43D4-93FB-BB9B6F6AD0D5}" dt="2026-03-21T09:31:03.941" v="1820" actId="47"/>
        <pc:sldMkLst>
          <pc:docMk/>
          <pc:sldMk cId="3741728949" sldId="1207"/>
        </pc:sldMkLst>
      </pc:sldChg>
      <pc:sldChg chg="del">
        <pc:chgData name="Curt Oldenborg" userId="e4c624eb-8089-4c42-ae7f-84b4d3513257" providerId="ADAL" clId="{55A0E5D0-FC10-43D4-93FB-BB9B6F6AD0D5}" dt="2026-03-21T09:25:13.323" v="1605" actId="47"/>
        <pc:sldMkLst>
          <pc:docMk/>
          <pc:sldMk cId="1627056759" sldId="1217"/>
        </pc:sldMkLst>
      </pc:sldChg>
      <pc:sldChg chg="del">
        <pc:chgData name="Curt Oldenborg" userId="e4c624eb-8089-4c42-ae7f-84b4d3513257" providerId="ADAL" clId="{55A0E5D0-FC10-43D4-93FB-BB9B6F6AD0D5}" dt="2026-03-21T09:25:46.465" v="1607" actId="47"/>
        <pc:sldMkLst>
          <pc:docMk/>
          <pc:sldMk cId="2529672261" sldId="1218"/>
        </pc:sldMkLst>
      </pc:sldChg>
      <pc:sldChg chg="del">
        <pc:chgData name="Curt Oldenborg" userId="e4c624eb-8089-4c42-ae7f-84b4d3513257" providerId="ADAL" clId="{55A0E5D0-FC10-43D4-93FB-BB9B6F6AD0D5}" dt="2026-03-21T09:25:09.642" v="1604" actId="47"/>
        <pc:sldMkLst>
          <pc:docMk/>
          <pc:sldMk cId="3593993693" sldId="1221"/>
        </pc:sldMkLst>
      </pc:sldChg>
      <pc:sldChg chg="del">
        <pc:chgData name="Curt Oldenborg" userId="e4c624eb-8089-4c42-ae7f-84b4d3513257" providerId="ADAL" clId="{55A0E5D0-FC10-43D4-93FB-BB9B6F6AD0D5}" dt="2026-03-21T09:24:59.253" v="1603" actId="47"/>
        <pc:sldMkLst>
          <pc:docMk/>
          <pc:sldMk cId="1185245717" sldId="1222"/>
        </pc:sldMkLst>
      </pc:sldChg>
      <pc:sldChg chg="del">
        <pc:chgData name="Curt Oldenborg" userId="e4c624eb-8089-4c42-ae7f-84b4d3513257" providerId="ADAL" clId="{55A0E5D0-FC10-43D4-93FB-BB9B6F6AD0D5}" dt="2026-03-21T09:24:55.612" v="1602" actId="47"/>
        <pc:sldMkLst>
          <pc:docMk/>
          <pc:sldMk cId="853648023" sldId="1223"/>
        </pc:sldMkLst>
      </pc:sldChg>
      <pc:sldChg chg="del">
        <pc:chgData name="Curt Oldenborg" userId="e4c624eb-8089-4c42-ae7f-84b4d3513257" providerId="ADAL" clId="{55A0E5D0-FC10-43D4-93FB-BB9B6F6AD0D5}" dt="2026-03-21T12:04:40.039" v="3904" actId="47"/>
        <pc:sldMkLst>
          <pc:docMk/>
          <pc:sldMk cId="1208558776" sldId="1225"/>
        </pc:sldMkLst>
      </pc:sldChg>
      <pc:sldChg chg="del">
        <pc:chgData name="Curt Oldenborg" userId="e4c624eb-8089-4c42-ae7f-84b4d3513257" providerId="ADAL" clId="{55A0E5D0-FC10-43D4-93FB-BB9B6F6AD0D5}" dt="2026-03-21T09:31:09.090" v="1821" actId="47"/>
        <pc:sldMkLst>
          <pc:docMk/>
          <pc:sldMk cId="2699794771" sldId="1226"/>
        </pc:sldMkLst>
      </pc:sldChg>
      <pc:sldChg chg="del">
        <pc:chgData name="Curt Oldenborg" userId="e4c624eb-8089-4c42-ae7f-84b4d3513257" providerId="ADAL" clId="{55A0E5D0-FC10-43D4-93FB-BB9B6F6AD0D5}" dt="2026-03-21T09:26:11.416" v="1609" actId="47"/>
        <pc:sldMkLst>
          <pc:docMk/>
          <pc:sldMk cId="2862024848" sldId="1227"/>
        </pc:sldMkLst>
      </pc:sldChg>
      <pc:sldChg chg="del">
        <pc:chgData name="Curt Oldenborg" userId="e4c624eb-8089-4c42-ae7f-84b4d3513257" providerId="ADAL" clId="{55A0E5D0-FC10-43D4-93FB-BB9B6F6AD0D5}" dt="2026-03-21T09:25:52.531" v="1608" actId="47"/>
        <pc:sldMkLst>
          <pc:docMk/>
          <pc:sldMk cId="3825873397" sldId="1229"/>
        </pc:sldMkLst>
      </pc:sldChg>
      <pc:sldChg chg="del">
        <pc:chgData name="Curt Oldenborg" userId="e4c624eb-8089-4c42-ae7f-84b4d3513257" providerId="ADAL" clId="{55A0E5D0-FC10-43D4-93FB-BB9B6F6AD0D5}" dt="2026-03-21T09:25:24.854" v="1606" actId="47"/>
        <pc:sldMkLst>
          <pc:docMk/>
          <pc:sldMk cId="909210719" sldId="1230"/>
        </pc:sldMkLst>
      </pc:sldChg>
      <pc:sldChg chg="add del">
        <pc:chgData name="Curt Oldenborg" userId="e4c624eb-8089-4c42-ae7f-84b4d3513257" providerId="ADAL" clId="{55A0E5D0-FC10-43D4-93FB-BB9B6F6AD0D5}" dt="2026-03-21T10:01:45.689" v="1832" actId="47"/>
        <pc:sldMkLst>
          <pc:docMk/>
          <pc:sldMk cId="3794613064" sldId="1231"/>
        </pc:sldMkLst>
      </pc:sldChg>
      <pc:sldChg chg="modSp add del mod modNotesTx">
        <pc:chgData name="Curt Oldenborg" userId="e4c624eb-8089-4c42-ae7f-84b4d3513257" providerId="ADAL" clId="{55A0E5D0-FC10-43D4-93FB-BB9B6F6AD0D5}" dt="2026-03-21T12:18:05.367" v="4263"/>
        <pc:sldMkLst>
          <pc:docMk/>
          <pc:sldMk cId="548098603" sldId="1232"/>
        </pc:sldMkLst>
        <pc:spChg chg="mod">
          <ac:chgData name="Curt Oldenborg" userId="e4c624eb-8089-4c42-ae7f-84b4d3513257" providerId="ADAL" clId="{55A0E5D0-FC10-43D4-93FB-BB9B6F6AD0D5}" dt="2026-03-21T11:27:51.472" v="3739" actId="20577"/>
          <ac:spMkLst>
            <pc:docMk/>
            <pc:sldMk cId="548098603" sldId="1232"/>
            <ac:spMk id="6" creationId="{79EAB0ED-D16B-75D0-2DF1-CEBB934F43B3}"/>
          </ac:spMkLst>
        </pc:spChg>
      </pc:sldChg>
      <pc:sldChg chg="modSp add del mod">
        <pc:chgData name="Curt Oldenborg" userId="e4c624eb-8089-4c42-ae7f-84b4d3513257" providerId="ADAL" clId="{55A0E5D0-FC10-43D4-93FB-BB9B6F6AD0D5}" dt="2026-03-21T10:31:41.611" v="2064" actId="47"/>
        <pc:sldMkLst>
          <pc:docMk/>
          <pc:sldMk cId="1956507843" sldId="1233"/>
        </pc:sldMkLst>
      </pc:sldChg>
      <pc:sldChg chg="add del ord">
        <pc:chgData name="Curt Oldenborg" userId="e4c624eb-8089-4c42-ae7f-84b4d3513257" providerId="ADAL" clId="{55A0E5D0-FC10-43D4-93FB-BB9B6F6AD0D5}" dt="2026-03-21T12:15:55.460" v="4247"/>
        <pc:sldMkLst>
          <pc:docMk/>
          <pc:sldMk cId="1176397006" sldId="1236"/>
        </pc:sldMkLst>
      </pc:sldChg>
      <pc:sldChg chg="modSp add mod ord modNotesTx">
        <pc:chgData name="Curt Oldenborg" userId="e4c624eb-8089-4c42-ae7f-84b4d3513257" providerId="ADAL" clId="{55A0E5D0-FC10-43D4-93FB-BB9B6F6AD0D5}" dt="2026-03-22T15:01:17.446" v="7710" actId="20577"/>
        <pc:sldMkLst>
          <pc:docMk/>
          <pc:sldMk cId="4273433251" sldId="1238"/>
        </pc:sldMkLst>
        <pc:spChg chg="mod">
          <ac:chgData name="Curt Oldenborg" userId="e4c624eb-8089-4c42-ae7f-84b4d3513257" providerId="ADAL" clId="{55A0E5D0-FC10-43D4-93FB-BB9B6F6AD0D5}" dt="2026-03-17T20:46:08.612" v="916" actId="14100"/>
          <ac:spMkLst>
            <pc:docMk/>
            <pc:sldMk cId="4273433251" sldId="1238"/>
            <ac:spMk id="20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17T20:46:42.468" v="918" actId="1076"/>
          <ac:spMkLst>
            <pc:docMk/>
            <pc:sldMk cId="4273433251" sldId="1238"/>
            <ac:spMk id="34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17T20:46:50.484" v="919" actId="1076"/>
          <ac:spMkLst>
            <pc:docMk/>
            <pc:sldMk cId="4273433251" sldId="1238"/>
            <ac:spMk id="35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17T20:46:22.181" v="917" actId="1076"/>
          <ac:spMkLst>
            <pc:docMk/>
            <pc:sldMk cId="4273433251" sldId="1238"/>
            <ac:spMk id="50" creationId="{00000000-0000-0000-0000-000000000000}"/>
          </ac:spMkLst>
        </pc:spChg>
      </pc:sldChg>
      <pc:sldChg chg="add ord modNotesTx">
        <pc:chgData name="Curt Oldenborg" userId="e4c624eb-8089-4c42-ae7f-84b4d3513257" providerId="ADAL" clId="{55A0E5D0-FC10-43D4-93FB-BB9B6F6AD0D5}" dt="2026-03-22T17:59:27.857" v="8567" actId="20577"/>
        <pc:sldMkLst>
          <pc:docMk/>
          <pc:sldMk cId="1310349092" sldId="1241"/>
        </pc:sldMkLst>
      </pc:sldChg>
      <pc:sldChg chg="add ord modNotesTx">
        <pc:chgData name="Curt Oldenborg" userId="e4c624eb-8089-4c42-ae7f-84b4d3513257" providerId="ADAL" clId="{55A0E5D0-FC10-43D4-93FB-BB9B6F6AD0D5}" dt="2026-03-22T18:26:44.487" v="8987" actId="20577"/>
        <pc:sldMkLst>
          <pc:docMk/>
          <pc:sldMk cId="283634747" sldId="1243"/>
        </pc:sldMkLst>
      </pc:sldChg>
      <pc:sldChg chg="add del ord">
        <pc:chgData name="Curt Oldenborg" userId="e4c624eb-8089-4c42-ae7f-84b4d3513257" providerId="ADAL" clId="{55A0E5D0-FC10-43D4-93FB-BB9B6F6AD0D5}" dt="2026-03-21T12:18:41.979" v="4267"/>
        <pc:sldMkLst>
          <pc:docMk/>
          <pc:sldMk cId="508661208" sldId="1246"/>
        </pc:sldMkLst>
      </pc:sldChg>
      <pc:sldChg chg="add del ord">
        <pc:chgData name="Curt Oldenborg" userId="e4c624eb-8089-4c42-ae7f-84b4d3513257" providerId="ADAL" clId="{55A0E5D0-FC10-43D4-93FB-BB9B6F6AD0D5}" dt="2026-03-21T12:19:04.058" v="4269"/>
        <pc:sldMkLst>
          <pc:docMk/>
          <pc:sldMk cId="2221471713" sldId="1249"/>
        </pc:sldMkLst>
      </pc:sldChg>
      <pc:sldChg chg="add ord modNotesTx">
        <pc:chgData name="Curt Oldenborg" userId="e4c624eb-8089-4c42-ae7f-84b4d3513257" providerId="ADAL" clId="{55A0E5D0-FC10-43D4-93FB-BB9B6F6AD0D5}" dt="2026-03-21T11:50:44.646" v="3824"/>
        <pc:sldMkLst>
          <pc:docMk/>
          <pc:sldMk cId="1284516756" sldId="1251"/>
        </pc:sldMkLst>
      </pc:sldChg>
      <pc:sldChg chg="del ord">
        <pc:chgData name="Curt Oldenborg" userId="e4c624eb-8089-4c42-ae7f-84b4d3513257" providerId="ADAL" clId="{55A0E5D0-FC10-43D4-93FB-BB9B6F6AD0D5}" dt="2026-03-21T12:16:27.526" v="4249"/>
        <pc:sldMkLst>
          <pc:docMk/>
          <pc:sldMk cId="3730341165" sldId="1252"/>
        </pc:sldMkLst>
      </pc:sldChg>
      <pc:sldChg chg="delSp modSp del mod ord">
        <pc:chgData name="Curt Oldenborg" userId="e4c624eb-8089-4c42-ae7f-84b4d3513257" providerId="ADAL" clId="{55A0E5D0-FC10-43D4-93FB-BB9B6F6AD0D5}" dt="2026-03-21T12:18:19.492" v="4265"/>
        <pc:sldMkLst>
          <pc:docMk/>
          <pc:sldMk cId="968501244" sldId="1253"/>
        </pc:sldMkLst>
        <pc:spChg chg="mod">
          <ac:chgData name="Curt Oldenborg" userId="e4c624eb-8089-4c42-ae7f-84b4d3513257" providerId="ADAL" clId="{55A0E5D0-FC10-43D4-93FB-BB9B6F6AD0D5}" dt="2026-03-21T11:36:02.336" v="3804" actId="20577"/>
          <ac:spMkLst>
            <pc:docMk/>
            <pc:sldMk cId="968501244" sldId="1253"/>
            <ac:spMk id="2" creationId="{451AE766-3EC8-F359-9178-F5A9F59CF29C}"/>
          </ac:spMkLst>
        </pc:spChg>
        <pc:spChg chg="del">
          <ac:chgData name="Curt Oldenborg" userId="e4c624eb-8089-4c42-ae7f-84b4d3513257" providerId="ADAL" clId="{55A0E5D0-FC10-43D4-93FB-BB9B6F6AD0D5}" dt="2026-03-21T09:12:43.957" v="920" actId="478"/>
          <ac:spMkLst>
            <pc:docMk/>
            <pc:sldMk cId="968501244" sldId="1253"/>
            <ac:spMk id="3" creationId="{7CBBA95C-7F0C-C543-1D3D-23857D189771}"/>
          </ac:spMkLst>
        </pc:spChg>
      </pc:sldChg>
      <pc:sldChg chg="modSp del mod">
        <pc:chgData name="Curt Oldenborg" userId="e4c624eb-8089-4c42-ae7f-84b4d3513257" providerId="ADAL" clId="{55A0E5D0-FC10-43D4-93FB-BB9B6F6AD0D5}" dt="2026-03-21T12:16:50.131" v="4251"/>
        <pc:sldMkLst>
          <pc:docMk/>
          <pc:sldMk cId="1602918511" sldId="1254"/>
        </pc:sldMkLst>
        <pc:spChg chg="mod">
          <ac:chgData name="Curt Oldenborg" userId="e4c624eb-8089-4c42-ae7f-84b4d3513257" providerId="ADAL" clId="{55A0E5D0-FC10-43D4-93FB-BB9B6F6AD0D5}" dt="2026-03-21T11:52:01.630" v="3885" actId="20577"/>
          <ac:spMkLst>
            <pc:docMk/>
            <pc:sldMk cId="1602918511" sldId="1254"/>
            <ac:spMk id="3" creationId="{BEB201F2-FFF5-6FEA-FCFC-06F073A2054C}"/>
          </ac:spMkLst>
        </pc:spChg>
        <pc:spChg chg="mod">
          <ac:chgData name="Curt Oldenborg" userId="e4c624eb-8089-4c42-ae7f-84b4d3513257" providerId="ADAL" clId="{55A0E5D0-FC10-43D4-93FB-BB9B6F6AD0D5}" dt="2026-03-21T09:19:15.700" v="1445" actId="20577"/>
          <ac:spMkLst>
            <pc:docMk/>
            <pc:sldMk cId="1602918511" sldId="1254"/>
            <ac:spMk id="5" creationId="{E7EFAFF9-7BAD-3A5B-C115-8DFF6A3B814A}"/>
          </ac:spMkLst>
        </pc:spChg>
      </pc:sldChg>
      <pc:sldChg chg="del">
        <pc:chgData name="Curt Oldenborg" userId="e4c624eb-8089-4c42-ae7f-84b4d3513257" providerId="ADAL" clId="{55A0E5D0-FC10-43D4-93FB-BB9B6F6AD0D5}" dt="2026-03-21T12:07:15.555" v="4161" actId="47"/>
        <pc:sldMkLst>
          <pc:docMk/>
          <pc:sldMk cId="3483942112" sldId="1255"/>
        </pc:sldMkLst>
      </pc:sldChg>
      <pc:sldChg chg="modSp del mod modAnim modNotesTx">
        <pc:chgData name="Curt Oldenborg" userId="e4c624eb-8089-4c42-ae7f-84b4d3513257" providerId="ADAL" clId="{55A0E5D0-FC10-43D4-93FB-BB9B6F6AD0D5}" dt="2026-03-21T12:17:03.612" v="4253"/>
        <pc:sldMkLst>
          <pc:docMk/>
          <pc:sldMk cId="961369860" sldId="1256"/>
        </pc:sldMkLst>
        <pc:spChg chg="mod">
          <ac:chgData name="Curt Oldenborg" userId="e4c624eb-8089-4c42-ae7f-84b4d3513257" providerId="ADAL" clId="{55A0E5D0-FC10-43D4-93FB-BB9B6F6AD0D5}" dt="2026-03-21T09:19:53.232" v="1460" actId="20577"/>
          <ac:spMkLst>
            <pc:docMk/>
            <pc:sldMk cId="961369860" sldId="1256"/>
            <ac:spMk id="4" creationId="{E98F4086-D31B-8A09-A299-A44DC3722A05}"/>
          </ac:spMkLst>
        </pc:spChg>
        <pc:spChg chg="mod">
          <ac:chgData name="Curt Oldenborg" userId="e4c624eb-8089-4c42-ae7f-84b4d3513257" providerId="ADAL" clId="{55A0E5D0-FC10-43D4-93FB-BB9B6F6AD0D5}" dt="2026-03-21T09:22:47.513" v="1497" actId="20577"/>
          <ac:spMkLst>
            <pc:docMk/>
            <pc:sldMk cId="961369860" sldId="1256"/>
            <ac:spMk id="5" creationId="{10966AE9-943B-A431-43A4-CB5210A83B2D}"/>
          </ac:spMkLst>
        </pc:spChg>
      </pc:sldChg>
      <pc:sldChg chg="modSp add del mod">
        <pc:chgData name="Curt Oldenborg" userId="e4c624eb-8089-4c42-ae7f-84b4d3513257" providerId="ADAL" clId="{55A0E5D0-FC10-43D4-93FB-BB9B6F6AD0D5}" dt="2026-03-22T14:35:54.055" v="6650" actId="20577"/>
        <pc:sldMkLst>
          <pc:docMk/>
          <pc:sldMk cId="2666705224" sldId="1257"/>
        </pc:sldMkLst>
        <pc:spChg chg="mod">
          <ac:chgData name="Curt Oldenborg" userId="e4c624eb-8089-4c42-ae7f-84b4d3513257" providerId="ADAL" clId="{55A0E5D0-FC10-43D4-93FB-BB9B6F6AD0D5}" dt="2026-03-22T14:35:54.055" v="6650" actId="20577"/>
          <ac:spMkLst>
            <pc:docMk/>
            <pc:sldMk cId="2666705224" sldId="1257"/>
            <ac:spMk id="3" creationId="{FD567688-D356-D875-D7D3-2E7E4C15697E}"/>
          </ac:spMkLst>
        </pc:spChg>
        <pc:spChg chg="mod">
          <ac:chgData name="Curt Oldenborg" userId="e4c624eb-8089-4c42-ae7f-84b4d3513257" providerId="ADAL" clId="{55A0E5D0-FC10-43D4-93FB-BB9B6F6AD0D5}" dt="2026-03-21T09:28:35.229" v="1632" actId="20577"/>
          <ac:spMkLst>
            <pc:docMk/>
            <pc:sldMk cId="2666705224" sldId="1257"/>
            <ac:spMk id="6" creationId="{CD5C3A0A-66A1-F737-E22E-AA35841D0C78}"/>
          </ac:spMkLst>
        </pc:spChg>
      </pc:sldChg>
      <pc:sldChg chg="modSp add del mod">
        <pc:chgData name="Curt Oldenborg" userId="e4c624eb-8089-4c42-ae7f-84b4d3513257" providerId="ADAL" clId="{55A0E5D0-FC10-43D4-93FB-BB9B6F6AD0D5}" dt="2026-03-21T11:54:30.881" v="3903" actId="47"/>
        <pc:sldMkLst>
          <pc:docMk/>
          <pc:sldMk cId="3831717502" sldId="1258"/>
        </pc:sldMkLst>
        <pc:spChg chg="mod">
          <ac:chgData name="Curt Oldenborg" userId="e4c624eb-8089-4c42-ae7f-84b4d3513257" providerId="ADAL" clId="{55A0E5D0-FC10-43D4-93FB-BB9B6F6AD0D5}" dt="2026-03-21T09:29:44.428" v="1692" actId="20577"/>
          <ac:spMkLst>
            <pc:docMk/>
            <pc:sldMk cId="3831717502" sldId="1258"/>
            <ac:spMk id="3" creationId="{0799BFFE-5C0E-6916-7495-EEDEA5946DAE}"/>
          </ac:spMkLst>
        </pc:spChg>
        <pc:spChg chg="mod">
          <ac:chgData name="Curt Oldenborg" userId="e4c624eb-8089-4c42-ae7f-84b4d3513257" providerId="ADAL" clId="{55A0E5D0-FC10-43D4-93FB-BB9B6F6AD0D5}" dt="2026-03-21T09:30:30.177" v="1819" actId="20577"/>
          <ac:spMkLst>
            <pc:docMk/>
            <pc:sldMk cId="3831717502" sldId="1258"/>
            <ac:spMk id="6" creationId="{42619EBF-0998-5EFE-3F9F-F6C4FF150F87}"/>
          </ac:spMkLst>
        </pc:spChg>
      </pc:sldChg>
      <pc:sldChg chg="addSp delSp modSp add mod ord">
        <pc:chgData name="Curt Oldenborg" userId="e4c624eb-8089-4c42-ae7f-84b4d3513257" providerId="ADAL" clId="{55A0E5D0-FC10-43D4-93FB-BB9B6F6AD0D5}" dt="2026-03-22T18:30:48.986" v="9008"/>
        <pc:sldMkLst>
          <pc:docMk/>
          <pc:sldMk cId="177245462" sldId="1259"/>
        </pc:sldMkLst>
        <pc:spChg chg="mod">
          <ac:chgData name="Curt Oldenborg" userId="e4c624eb-8089-4c42-ae7f-84b4d3513257" providerId="ADAL" clId="{55A0E5D0-FC10-43D4-93FB-BB9B6F6AD0D5}" dt="2026-03-22T14:08:05.488" v="5150" actId="20577"/>
          <ac:spMkLst>
            <pc:docMk/>
            <pc:sldMk cId="177245462" sldId="1259"/>
            <ac:spMk id="2" creationId="{47C9C6E5-D6EB-9B61-6BCB-53C38CAAB69A}"/>
          </ac:spMkLst>
        </pc:spChg>
        <pc:spChg chg="del mod">
          <ac:chgData name="Curt Oldenborg" userId="e4c624eb-8089-4c42-ae7f-84b4d3513257" providerId="ADAL" clId="{55A0E5D0-FC10-43D4-93FB-BB9B6F6AD0D5}" dt="2026-03-21T11:29:44.124" v="3745" actId="478"/>
          <ac:spMkLst>
            <pc:docMk/>
            <pc:sldMk cId="177245462" sldId="1259"/>
            <ac:spMk id="3" creationId="{3A4CC6A3-C432-84A0-A532-914816B19768}"/>
          </ac:spMkLst>
        </pc:spChg>
        <pc:picChg chg="add mod">
          <ac:chgData name="Curt Oldenborg" userId="e4c624eb-8089-4c42-ae7f-84b4d3513257" providerId="ADAL" clId="{55A0E5D0-FC10-43D4-93FB-BB9B6F6AD0D5}" dt="2026-03-21T11:30:23.835" v="3749" actId="1076"/>
          <ac:picMkLst>
            <pc:docMk/>
            <pc:sldMk cId="177245462" sldId="1259"/>
            <ac:picMk id="5" creationId="{5283A970-10B7-A9D4-4638-DBEC54FB6236}"/>
          </ac:picMkLst>
        </pc:picChg>
      </pc:sldChg>
      <pc:sldChg chg="modSp add mod">
        <pc:chgData name="Curt Oldenborg" userId="e4c624eb-8089-4c42-ae7f-84b4d3513257" providerId="ADAL" clId="{55A0E5D0-FC10-43D4-93FB-BB9B6F6AD0D5}" dt="2026-03-22T17:29:31.162" v="7722" actId="20577"/>
        <pc:sldMkLst>
          <pc:docMk/>
          <pc:sldMk cId="2655297656" sldId="1260"/>
        </pc:sldMkLst>
        <pc:spChg chg="mod">
          <ac:chgData name="Curt Oldenborg" userId="e4c624eb-8089-4c42-ae7f-84b4d3513257" providerId="ADAL" clId="{55A0E5D0-FC10-43D4-93FB-BB9B6F6AD0D5}" dt="2026-03-22T17:29:31.162" v="7722" actId="20577"/>
          <ac:spMkLst>
            <pc:docMk/>
            <pc:sldMk cId="2655297656" sldId="1260"/>
            <ac:spMk id="6" creationId="{73DDC9A0-FCD4-7C6E-8D3C-521C169A70A3}"/>
          </ac:spMkLst>
        </pc:spChg>
      </pc:sldChg>
      <pc:sldChg chg="modSp add del mod">
        <pc:chgData name="Curt Oldenborg" userId="e4c624eb-8089-4c42-ae7f-84b4d3513257" providerId="ADAL" clId="{55A0E5D0-FC10-43D4-93FB-BB9B6F6AD0D5}" dt="2026-03-21T12:23:08.448" v="4279"/>
        <pc:sldMkLst>
          <pc:docMk/>
          <pc:sldMk cId="959474883" sldId="1261"/>
        </pc:sldMkLst>
        <pc:spChg chg="mod">
          <ac:chgData name="Curt Oldenborg" userId="e4c624eb-8089-4c42-ae7f-84b4d3513257" providerId="ADAL" clId="{55A0E5D0-FC10-43D4-93FB-BB9B6F6AD0D5}" dt="2026-03-21T12:22:55.089" v="4271"/>
          <ac:spMkLst>
            <pc:docMk/>
            <pc:sldMk cId="959474883" sldId="1261"/>
            <ac:spMk id="3" creationId="{E7B46D17-3E03-422D-8E05-F4B96A501D74}"/>
          </ac:spMkLst>
        </pc:spChg>
      </pc:sldChg>
      <pc:sldChg chg="modSp add del mod">
        <pc:chgData name="Curt Oldenborg" userId="e4c624eb-8089-4c42-ae7f-84b4d3513257" providerId="ADAL" clId="{55A0E5D0-FC10-43D4-93FB-BB9B6F6AD0D5}" dt="2026-03-21T12:23:37.430" v="4281"/>
        <pc:sldMkLst>
          <pc:docMk/>
          <pc:sldMk cId="420455091" sldId="1262"/>
        </pc:sldMkLst>
        <pc:spChg chg="mod">
          <ac:chgData name="Curt Oldenborg" userId="e4c624eb-8089-4c42-ae7f-84b4d3513257" providerId="ADAL" clId="{55A0E5D0-FC10-43D4-93FB-BB9B6F6AD0D5}" dt="2026-03-21T12:22:55.114" v="4273"/>
          <ac:spMkLst>
            <pc:docMk/>
            <pc:sldMk cId="420455091" sldId="1262"/>
            <ac:spMk id="4" creationId="{AFBDE0B6-117F-6D17-E28A-A1149235596B}"/>
          </ac:spMkLst>
        </pc:spChg>
      </pc:sldChg>
      <pc:sldChg chg="modSp add mod ord modNotesTx">
        <pc:chgData name="Curt Oldenborg" userId="e4c624eb-8089-4c42-ae7f-84b4d3513257" providerId="ADAL" clId="{55A0E5D0-FC10-43D4-93FB-BB9B6F6AD0D5}" dt="2026-03-22T18:29:01.087" v="8989"/>
        <pc:sldMkLst>
          <pc:docMk/>
          <pc:sldMk cId="1436925129" sldId="1263"/>
        </pc:sldMkLst>
        <pc:spChg chg="mod">
          <ac:chgData name="Curt Oldenborg" userId="e4c624eb-8089-4c42-ae7f-84b4d3513257" providerId="ADAL" clId="{55A0E5D0-FC10-43D4-93FB-BB9B6F6AD0D5}" dt="2026-03-22T13:55:39.901" v="4628" actId="20577"/>
          <ac:spMkLst>
            <pc:docMk/>
            <pc:sldMk cId="1436925129" sldId="1263"/>
            <ac:spMk id="5" creationId="{E7EFAFF9-7BAD-3A5B-C115-8DFF6A3B814A}"/>
          </ac:spMkLst>
        </pc:spChg>
      </pc:sldChg>
      <pc:sldChg chg="add del">
        <pc:chgData name="Curt Oldenborg" userId="e4c624eb-8089-4c42-ae7f-84b4d3513257" providerId="ADAL" clId="{55A0E5D0-FC10-43D4-93FB-BB9B6F6AD0D5}" dt="2026-03-21T12:17:17.527" v="4255"/>
        <pc:sldMkLst>
          <pc:docMk/>
          <pc:sldMk cId="2794990724" sldId="1264"/>
        </pc:sldMkLst>
      </pc:sldChg>
      <pc:sldChg chg="add del">
        <pc:chgData name="Curt Oldenborg" userId="e4c624eb-8089-4c42-ae7f-84b4d3513257" providerId="ADAL" clId="{55A0E5D0-FC10-43D4-93FB-BB9B6F6AD0D5}" dt="2026-03-21T12:17:18.071" v="4257"/>
        <pc:sldMkLst>
          <pc:docMk/>
          <pc:sldMk cId="3547088331" sldId="1265"/>
        </pc:sldMkLst>
      </pc:sldChg>
      <pc:sldChg chg="add del">
        <pc:chgData name="Curt Oldenborg" userId="e4c624eb-8089-4c42-ae7f-84b4d3513257" providerId="ADAL" clId="{55A0E5D0-FC10-43D4-93FB-BB9B6F6AD0D5}" dt="2026-03-21T12:17:22.128" v="4259"/>
        <pc:sldMkLst>
          <pc:docMk/>
          <pc:sldMk cId="3451150059" sldId="1266"/>
        </pc:sldMkLst>
      </pc:sldChg>
      <pc:sldChg chg="modSp add ord modAnim modNotesTx">
        <pc:chgData name="Curt Oldenborg" userId="e4c624eb-8089-4c42-ae7f-84b4d3513257" providerId="ADAL" clId="{55A0E5D0-FC10-43D4-93FB-BB9B6F6AD0D5}" dt="2026-03-22T14:44:31.283" v="7099" actId="20577"/>
        <pc:sldMkLst>
          <pc:docMk/>
          <pc:sldMk cId="1490925974" sldId="1267"/>
        </pc:sldMkLst>
        <pc:spChg chg="mod">
          <ac:chgData name="Curt Oldenborg" userId="e4c624eb-8089-4c42-ae7f-84b4d3513257" providerId="ADAL" clId="{55A0E5D0-FC10-43D4-93FB-BB9B6F6AD0D5}" dt="2026-03-22T14:31:25.421" v="6398"/>
          <ac:spMkLst>
            <pc:docMk/>
            <pc:sldMk cId="1490925974" sldId="1267"/>
            <ac:spMk id="2" creationId="{0B2BE238-6AB4-EF68-2BD0-C92BD94B5528}"/>
          </ac:spMkLst>
        </pc:spChg>
        <pc:spChg chg="mod">
          <ac:chgData name="Curt Oldenborg" userId="e4c624eb-8089-4c42-ae7f-84b4d3513257" providerId="ADAL" clId="{55A0E5D0-FC10-43D4-93FB-BB9B6F6AD0D5}" dt="2026-03-22T14:32:01.322" v="6475" actId="20577"/>
          <ac:spMkLst>
            <pc:docMk/>
            <pc:sldMk cId="1490925974" sldId="1267"/>
            <ac:spMk id="4" creationId="{E98F4086-D31B-8A09-A299-A44DC3722A05}"/>
          </ac:spMkLst>
        </pc:spChg>
        <pc:spChg chg="mod">
          <ac:chgData name="Curt Oldenborg" userId="e4c624eb-8089-4c42-ae7f-84b4d3513257" providerId="ADAL" clId="{55A0E5D0-FC10-43D4-93FB-BB9B6F6AD0D5}" dt="2026-03-22T14:34:03.506" v="6579" actId="20577"/>
          <ac:spMkLst>
            <pc:docMk/>
            <pc:sldMk cId="1490925974" sldId="1267"/>
            <ac:spMk id="5" creationId="{10966AE9-943B-A431-43A4-CB5210A83B2D}"/>
          </ac:spMkLst>
        </pc:spChg>
      </pc:sldChg>
      <pc:sldChg chg="modSp add mod ord">
        <pc:chgData name="Curt Oldenborg" userId="e4c624eb-8089-4c42-ae7f-84b4d3513257" providerId="ADAL" clId="{55A0E5D0-FC10-43D4-93FB-BB9B6F6AD0D5}" dt="2026-03-22T18:29:59.957" v="9004" actId="20577"/>
        <pc:sldMkLst>
          <pc:docMk/>
          <pc:sldMk cId="2888709491" sldId="1268"/>
        </pc:sldMkLst>
        <pc:spChg chg="mod">
          <ac:chgData name="Curt Oldenborg" userId="e4c624eb-8089-4c42-ae7f-84b4d3513257" providerId="ADAL" clId="{55A0E5D0-FC10-43D4-93FB-BB9B6F6AD0D5}" dt="2026-03-22T18:29:59.957" v="9004" actId="20577"/>
          <ac:spMkLst>
            <pc:docMk/>
            <pc:sldMk cId="2888709491" sldId="1268"/>
            <ac:spMk id="3" creationId="{FD567688-D356-D875-D7D3-2E7E4C15697E}"/>
          </ac:spMkLst>
        </pc:spChg>
        <pc:spChg chg="mod">
          <ac:chgData name="Curt Oldenborg" userId="e4c624eb-8089-4c42-ae7f-84b4d3513257" providerId="ADAL" clId="{55A0E5D0-FC10-43D4-93FB-BB9B6F6AD0D5}" dt="2026-03-22T14:46:10.219" v="7186" actId="20577"/>
          <ac:spMkLst>
            <pc:docMk/>
            <pc:sldMk cId="2888709491" sldId="1268"/>
            <ac:spMk id="6" creationId="{CD5C3A0A-66A1-F737-E22E-AA35841D0C78}"/>
          </ac:spMkLst>
        </pc:spChg>
      </pc:sldChg>
      <pc:sldChg chg="add del">
        <pc:chgData name="Curt Oldenborg" userId="e4c624eb-8089-4c42-ae7f-84b4d3513257" providerId="ADAL" clId="{55A0E5D0-FC10-43D4-93FB-BB9B6F6AD0D5}" dt="2026-03-22T14:54:56.343" v="7469" actId="47"/>
        <pc:sldMkLst>
          <pc:docMk/>
          <pc:sldMk cId="3453682314" sldId="1269"/>
        </pc:sldMkLst>
      </pc:sldChg>
      <pc:sldChg chg="modSp add mod">
        <pc:chgData name="Curt Oldenborg" userId="e4c624eb-8089-4c42-ae7f-84b4d3513257" providerId="ADAL" clId="{55A0E5D0-FC10-43D4-93FB-BB9B6F6AD0D5}" dt="2026-03-22T14:38:54.186" v="6680" actId="20577"/>
        <pc:sldMkLst>
          <pc:docMk/>
          <pc:sldMk cId="1095065740" sldId="1270"/>
        </pc:sldMkLst>
        <pc:spChg chg="mod">
          <ac:chgData name="Curt Oldenborg" userId="e4c624eb-8089-4c42-ae7f-84b4d3513257" providerId="ADAL" clId="{55A0E5D0-FC10-43D4-93FB-BB9B6F6AD0D5}" dt="2026-03-22T14:38:54.186" v="6680" actId="20577"/>
          <ac:spMkLst>
            <pc:docMk/>
            <pc:sldMk cId="1095065740" sldId="1270"/>
            <ac:spMk id="6" creationId="{20506F4A-342C-FA2A-96D1-A26BAC8153E1}"/>
          </ac:spMkLst>
        </pc:spChg>
      </pc:sldChg>
      <pc:sldChg chg="add modNotesTx">
        <pc:chgData name="Curt Oldenborg" userId="e4c624eb-8089-4c42-ae7f-84b4d3513257" providerId="ADAL" clId="{55A0E5D0-FC10-43D4-93FB-BB9B6F6AD0D5}" dt="2026-03-21T12:31:19.924" v="4292" actId="20577"/>
        <pc:sldMkLst>
          <pc:docMk/>
          <pc:sldMk cId="2335633280" sldId="1271"/>
        </pc:sldMkLst>
      </pc:sldChg>
      <pc:sldChg chg="modSp add mod modNotesTx">
        <pc:chgData name="Curt Oldenborg" userId="e4c624eb-8089-4c42-ae7f-84b4d3513257" providerId="ADAL" clId="{55A0E5D0-FC10-43D4-93FB-BB9B6F6AD0D5}" dt="2026-03-22T09:39:06.805" v="4615" actId="20577"/>
        <pc:sldMkLst>
          <pc:docMk/>
          <pc:sldMk cId="2985001793" sldId="1272"/>
        </pc:sldMkLst>
        <pc:spChg chg="mod">
          <ac:chgData name="Curt Oldenborg" userId="e4c624eb-8089-4c42-ae7f-84b4d3513257" providerId="ADAL" clId="{55A0E5D0-FC10-43D4-93FB-BB9B6F6AD0D5}" dt="2026-03-22T09:36:39.270" v="4387" actId="20577"/>
          <ac:spMkLst>
            <pc:docMk/>
            <pc:sldMk cId="2985001793" sldId="1272"/>
            <ac:spMk id="3" creationId="{683F8A73-86C4-43CA-BF33-C4FF81263CD0}"/>
          </ac:spMkLst>
        </pc:spChg>
      </pc:sldChg>
      <pc:sldChg chg="add modNotesTx">
        <pc:chgData name="Curt Oldenborg" userId="e4c624eb-8089-4c42-ae7f-84b4d3513257" providerId="ADAL" clId="{55A0E5D0-FC10-43D4-93FB-BB9B6F6AD0D5}" dt="2026-03-22T17:41:59.974" v="8287" actId="20577"/>
        <pc:sldMkLst>
          <pc:docMk/>
          <pc:sldMk cId="1044705959" sldId="1273"/>
        </pc:sldMkLst>
      </pc:sldChg>
      <pc:sldChg chg="modSp add mod">
        <pc:chgData name="Curt Oldenborg" userId="e4c624eb-8089-4c42-ae7f-84b4d3513257" providerId="ADAL" clId="{55A0E5D0-FC10-43D4-93FB-BB9B6F6AD0D5}" dt="2026-03-22T14:58:58.595" v="7678" actId="20577"/>
        <pc:sldMkLst>
          <pc:docMk/>
          <pc:sldMk cId="4148307962" sldId="1274"/>
        </pc:sldMkLst>
        <pc:spChg chg="mod">
          <ac:chgData name="Curt Oldenborg" userId="e4c624eb-8089-4c42-ae7f-84b4d3513257" providerId="ADAL" clId="{55A0E5D0-FC10-43D4-93FB-BB9B6F6AD0D5}" dt="2026-03-22T14:58:58.595" v="7678" actId="20577"/>
          <ac:spMkLst>
            <pc:docMk/>
            <pc:sldMk cId="4148307962" sldId="1274"/>
            <ac:spMk id="4" creationId="{AFBDE0B6-117F-6D17-E28A-A1149235596B}"/>
          </ac:spMkLst>
        </pc:spChg>
      </pc:sldChg>
      <pc:sldChg chg="new del ord">
        <pc:chgData name="Curt Oldenborg" userId="e4c624eb-8089-4c42-ae7f-84b4d3513257" providerId="ADAL" clId="{55A0E5D0-FC10-43D4-93FB-BB9B6F6AD0D5}" dt="2026-03-22T09:15:20.704" v="4342"/>
        <pc:sldMkLst>
          <pc:docMk/>
          <pc:sldMk cId="2563535985" sldId="1275"/>
        </pc:sldMkLst>
      </pc:sldChg>
      <pc:sldChg chg="add del">
        <pc:chgData name="Curt Oldenborg" userId="e4c624eb-8089-4c42-ae7f-84b4d3513257" providerId="ADAL" clId="{55A0E5D0-FC10-43D4-93FB-BB9B6F6AD0D5}" dt="2026-03-22T09:16:41.669" v="4344"/>
        <pc:sldMkLst>
          <pc:docMk/>
          <pc:sldMk cId="1850564228" sldId="1276"/>
        </pc:sldMkLst>
      </pc:sldChg>
      <pc:sldChg chg="modSp add mod">
        <pc:chgData name="Curt Oldenborg" userId="e4c624eb-8089-4c42-ae7f-84b4d3513257" providerId="ADAL" clId="{55A0E5D0-FC10-43D4-93FB-BB9B6F6AD0D5}" dt="2026-03-22T09:17:13.005" v="4355"/>
        <pc:sldMkLst>
          <pc:docMk/>
          <pc:sldMk cId="2310718041" sldId="1277"/>
        </pc:sldMkLst>
        <pc:spChg chg="mod">
          <ac:chgData name="Curt Oldenborg" userId="e4c624eb-8089-4c42-ae7f-84b4d3513257" providerId="ADAL" clId="{55A0E5D0-FC10-43D4-93FB-BB9B6F6AD0D5}" dt="2026-03-22T09:17:13.001" v="4345"/>
          <ac:spMkLst>
            <pc:docMk/>
            <pc:sldMk cId="2310718041" sldId="1277"/>
            <ac:spMk id="10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22T09:17:13.002" v="4346"/>
          <ac:spMkLst>
            <pc:docMk/>
            <pc:sldMk cId="2310718041" sldId="1277"/>
            <ac:spMk id="11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22T09:17:13.003" v="4347"/>
          <ac:spMkLst>
            <pc:docMk/>
            <pc:sldMk cId="2310718041" sldId="1277"/>
            <ac:spMk id="12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22T09:17:13.004" v="4348"/>
          <ac:spMkLst>
            <pc:docMk/>
            <pc:sldMk cId="2310718041" sldId="1277"/>
            <ac:spMk id="20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22T09:17:13.005" v="4349"/>
          <ac:spMkLst>
            <pc:docMk/>
            <pc:sldMk cId="2310718041" sldId="1277"/>
            <ac:spMk id="21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22T09:17:13.005" v="4350"/>
          <ac:spMkLst>
            <pc:docMk/>
            <pc:sldMk cId="2310718041" sldId="1277"/>
            <ac:spMk id="22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22T09:17:13.005" v="4353"/>
          <ac:spMkLst>
            <pc:docMk/>
            <pc:sldMk cId="2310718041" sldId="1277"/>
            <ac:spMk id="30" creationId="{00000000-0000-0000-0000-000000000000}"/>
          </ac:spMkLst>
        </pc:spChg>
        <pc:spChg chg="mod">
          <ac:chgData name="Curt Oldenborg" userId="e4c624eb-8089-4c42-ae7f-84b4d3513257" providerId="ADAL" clId="{55A0E5D0-FC10-43D4-93FB-BB9B6F6AD0D5}" dt="2026-03-22T09:17:13.005" v="4355"/>
          <ac:spMkLst>
            <pc:docMk/>
            <pc:sldMk cId="2310718041" sldId="1277"/>
            <ac:spMk id="40" creationId="{00000000-0000-0000-0000-000000000000}"/>
          </ac:spMkLst>
        </pc:spChg>
      </pc:sldChg>
      <pc:sldChg chg="add">
        <pc:chgData name="Curt Oldenborg" userId="e4c624eb-8089-4c42-ae7f-84b4d3513257" providerId="ADAL" clId="{55A0E5D0-FC10-43D4-93FB-BB9B6F6AD0D5}" dt="2026-03-22T14:11:00.824" v="5170"/>
        <pc:sldMkLst>
          <pc:docMk/>
          <pc:sldMk cId="3820429015" sldId="1278"/>
        </pc:sldMkLst>
      </pc:sldChg>
      <pc:sldChg chg="modSp add mod">
        <pc:chgData name="Curt Oldenborg" userId="e4c624eb-8089-4c42-ae7f-84b4d3513257" providerId="ADAL" clId="{55A0E5D0-FC10-43D4-93FB-BB9B6F6AD0D5}" dt="2026-03-22T14:24:42.017" v="6233" actId="5793"/>
        <pc:sldMkLst>
          <pc:docMk/>
          <pc:sldMk cId="240927778" sldId="1279"/>
        </pc:sldMkLst>
        <pc:spChg chg="mod">
          <ac:chgData name="Curt Oldenborg" userId="e4c624eb-8089-4c42-ae7f-84b4d3513257" providerId="ADAL" clId="{55A0E5D0-FC10-43D4-93FB-BB9B6F6AD0D5}" dt="2026-03-22T14:12:55.745" v="5417" actId="20577"/>
          <ac:spMkLst>
            <pc:docMk/>
            <pc:sldMk cId="240927778" sldId="1279"/>
            <ac:spMk id="2" creationId="{29C92FCE-6CEC-9D1C-90B4-497063B07492}"/>
          </ac:spMkLst>
        </pc:spChg>
        <pc:spChg chg="mod">
          <ac:chgData name="Curt Oldenborg" userId="e4c624eb-8089-4c42-ae7f-84b4d3513257" providerId="ADAL" clId="{55A0E5D0-FC10-43D4-93FB-BB9B6F6AD0D5}" dt="2026-03-22T14:24:42.017" v="6233" actId="5793"/>
          <ac:spMkLst>
            <pc:docMk/>
            <pc:sldMk cId="240927778" sldId="1279"/>
            <ac:spMk id="3" creationId="{8A9551B7-2EEE-4244-D445-AA14854F496D}"/>
          </ac:spMkLst>
        </pc:spChg>
      </pc:sldChg>
      <pc:sldChg chg="modSp add mod">
        <pc:chgData name="Curt Oldenborg" userId="e4c624eb-8089-4c42-ae7f-84b4d3513257" providerId="ADAL" clId="{55A0E5D0-FC10-43D4-93FB-BB9B6F6AD0D5}" dt="2026-03-22T17:32:14.116" v="7928" actId="20577"/>
        <pc:sldMkLst>
          <pc:docMk/>
          <pc:sldMk cId="3429457504" sldId="1280"/>
        </pc:sldMkLst>
        <pc:spChg chg="mod">
          <ac:chgData name="Curt Oldenborg" userId="e4c624eb-8089-4c42-ae7f-84b4d3513257" providerId="ADAL" clId="{55A0E5D0-FC10-43D4-93FB-BB9B6F6AD0D5}" dt="2026-03-22T17:30:30.306" v="7762" actId="5793"/>
          <ac:spMkLst>
            <pc:docMk/>
            <pc:sldMk cId="3429457504" sldId="1280"/>
            <ac:spMk id="2" creationId="{781E1536-AF6C-E8F5-9F82-A413E862D453}"/>
          </ac:spMkLst>
        </pc:spChg>
        <pc:spChg chg="mod">
          <ac:chgData name="Curt Oldenborg" userId="e4c624eb-8089-4c42-ae7f-84b4d3513257" providerId="ADAL" clId="{55A0E5D0-FC10-43D4-93FB-BB9B6F6AD0D5}" dt="2026-03-22T17:32:14.116" v="7928" actId="20577"/>
          <ac:spMkLst>
            <pc:docMk/>
            <pc:sldMk cId="3429457504" sldId="1280"/>
            <ac:spMk id="6" creationId="{F4A991D9-59C2-A784-6FAD-6FD995E5294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F8BA88-A337-4320-A654-CF62C54E8A7F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F1D373-B7AD-4E41-B7F1-51078E2A2B9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b-NO" b="1"/>
            <a:t>Tools (Verktøy)</a:t>
          </a:r>
          <a:endParaRPr lang="en-US"/>
        </a:p>
      </dgm:t>
    </dgm:pt>
    <dgm:pt modelId="{F0CEE44D-A1E5-4B36-8279-EC51A26C9E63}" type="parTrans" cxnId="{1D3C5762-4591-4AAB-BFC7-8DDD11ECCF7A}">
      <dgm:prSet/>
      <dgm:spPr/>
      <dgm:t>
        <a:bodyPr/>
        <a:lstStyle/>
        <a:p>
          <a:endParaRPr lang="en-US"/>
        </a:p>
      </dgm:t>
    </dgm:pt>
    <dgm:pt modelId="{0CDA1C5E-4E45-4DD2-8EDA-D3588D6563BB}" type="sibTrans" cxnId="{1D3C5762-4591-4AAB-BFC7-8DDD11ECCF7A}">
      <dgm:prSet/>
      <dgm:spPr/>
      <dgm:t>
        <a:bodyPr/>
        <a:lstStyle/>
        <a:p>
          <a:endParaRPr lang="en-US"/>
        </a:p>
      </dgm:t>
    </dgm:pt>
    <dgm:pt modelId="{69189F34-DB53-48B9-A59C-2860D58005F1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Bruk disse når du vil at AI skal </a:t>
          </a:r>
          <a:r>
            <a:rPr lang="nb-NO" b="1" dirty="0"/>
            <a:t>gjøre noe</a:t>
          </a:r>
          <a:r>
            <a:rPr lang="nb-NO" dirty="0"/>
            <a:t> (f.eks. update-order-status eller run-abl-procedure).</a:t>
          </a:r>
          <a:endParaRPr lang="en-US" dirty="0"/>
        </a:p>
      </dgm:t>
    </dgm:pt>
    <dgm:pt modelId="{6611C9E7-B20C-4CE3-9622-08A0609996C4}" type="parTrans" cxnId="{C42A41E5-A171-4DD4-94DA-635DE1A63D0B}">
      <dgm:prSet/>
      <dgm:spPr/>
      <dgm:t>
        <a:bodyPr/>
        <a:lstStyle/>
        <a:p>
          <a:endParaRPr lang="en-US"/>
        </a:p>
      </dgm:t>
    </dgm:pt>
    <dgm:pt modelId="{0870FA0A-4FE7-46E5-B8AB-2E333DD8C3B2}" type="sibTrans" cxnId="{C42A41E5-A171-4DD4-94DA-635DE1A63D0B}">
      <dgm:prSet/>
      <dgm:spPr/>
      <dgm:t>
        <a:bodyPr/>
        <a:lstStyle/>
        <a:p>
          <a:endParaRPr lang="en-US"/>
        </a:p>
      </dgm:t>
    </dgm:pt>
    <dgm:pt modelId="{3CB5DF48-88DB-46F2-BE76-6BFB7432ADC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b-NO" b="1"/>
            <a:t>Resources (Ressurser)</a:t>
          </a:r>
          <a:endParaRPr lang="en-US"/>
        </a:p>
      </dgm:t>
    </dgm:pt>
    <dgm:pt modelId="{D1B2F2C0-EC10-4758-B9EA-AE5C6678EE04}" type="parTrans" cxnId="{AE85F618-749E-4A25-BD4E-A9CF5EA25B2C}">
      <dgm:prSet/>
      <dgm:spPr/>
      <dgm:t>
        <a:bodyPr/>
        <a:lstStyle/>
        <a:p>
          <a:endParaRPr lang="en-US"/>
        </a:p>
      </dgm:t>
    </dgm:pt>
    <dgm:pt modelId="{5FEBF21D-B76C-48A2-A5E8-7A49F555B75C}" type="sibTrans" cxnId="{AE85F618-749E-4A25-BD4E-A9CF5EA25B2C}">
      <dgm:prSet/>
      <dgm:spPr/>
      <dgm:t>
        <a:bodyPr/>
        <a:lstStyle/>
        <a:p>
          <a:endParaRPr lang="en-US"/>
        </a:p>
      </dgm:t>
    </dgm:pt>
    <dgm:pt modelId="{F3E04EE7-0ACA-40CD-A885-ECD20B64A7D9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Bruk disse når du vil at AI skal </a:t>
          </a:r>
          <a:r>
            <a:rPr lang="nb-NO" b="1" dirty="0"/>
            <a:t>vite noe</a:t>
          </a:r>
          <a:r>
            <a:rPr lang="nb-NO" dirty="0"/>
            <a:t> (f.eks. read-schema-definition)</a:t>
          </a:r>
          <a:endParaRPr lang="en-US" dirty="0"/>
        </a:p>
      </dgm:t>
    </dgm:pt>
    <dgm:pt modelId="{D9CD93B2-4924-48C4-B680-924C16628347}" type="parTrans" cxnId="{844E0283-00E7-49C0-871B-C4D50B31A580}">
      <dgm:prSet/>
      <dgm:spPr/>
      <dgm:t>
        <a:bodyPr/>
        <a:lstStyle/>
        <a:p>
          <a:endParaRPr lang="en-US"/>
        </a:p>
      </dgm:t>
    </dgm:pt>
    <dgm:pt modelId="{BEDEE4EC-90AF-41D6-8B72-1134A6493D8A}" type="sibTrans" cxnId="{844E0283-00E7-49C0-871B-C4D50B31A580}">
      <dgm:prSet/>
      <dgm:spPr/>
      <dgm:t>
        <a:bodyPr/>
        <a:lstStyle/>
        <a:p>
          <a:endParaRPr lang="en-US"/>
        </a:p>
      </dgm:t>
    </dgm:pt>
    <dgm:pt modelId="{0AFE7A21-BA63-4C6E-A9BA-86BAAE2F98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b-NO" b="1"/>
            <a:t>Prompts (Maler)</a:t>
          </a:r>
          <a:endParaRPr lang="en-US"/>
        </a:p>
      </dgm:t>
    </dgm:pt>
    <dgm:pt modelId="{C8C12053-168D-43C4-BA49-732EB38DE4D3}" type="parTrans" cxnId="{D7444748-0DB8-436A-AD94-2E7618712167}">
      <dgm:prSet/>
      <dgm:spPr/>
      <dgm:t>
        <a:bodyPr/>
        <a:lstStyle/>
        <a:p>
          <a:endParaRPr lang="en-US"/>
        </a:p>
      </dgm:t>
    </dgm:pt>
    <dgm:pt modelId="{715AA3A6-FEA5-46CA-A8EA-377329AFDC90}" type="sibTrans" cxnId="{D7444748-0DB8-436A-AD94-2E7618712167}">
      <dgm:prSet/>
      <dgm:spPr/>
      <dgm:t>
        <a:bodyPr/>
        <a:lstStyle/>
        <a:p>
          <a:endParaRPr lang="en-US"/>
        </a:p>
      </dgm:t>
    </dgm:pt>
    <dgm:pt modelId="{803A828F-7352-4CE7-9321-2D5A814D1983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dirty="0"/>
            <a:t>Bruk disse for å </a:t>
          </a:r>
          <a:r>
            <a:rPr lang="nb-NO" b="1" dirty="0"/>
            <a:t>standardisere</a:t>
          </a:r>
          <a:r>
            <a:rPr lang="nb-NO" dirty="0"/>
            <a:t> hvordan AI skal oppføre seg når den jobber med din spesifikke logikk.</a:t>
          </a:r>
          <a:endParaRPr lang="en-US" dirty="0"/>
        </a:p>
      </dgm:t>
    </dgm:pt>
    <dgm:pt modelId="{D59B0027-25DF-4FBE-B0D7-931678C4A54E}" type="parTrans" cxnId="{55971D76-8E29-4ED6-8574-FE1615A1B834}">
      <dgm:prSet/>
      <dgm:spPr/>
      <dgm:t>
        <a:bodyPr/>
        <a:lstStyle/>
        <a:p>
          <a:endParaRPr lang="en-US"/>
        </a:p>
      </dgm:t>
    </dgm:pt>
    <dgm:pt modelId="{C06A9CBB-A735-4976-A00F-F138410A8D5B}" type="sibTrans" cxnId="{55971D76-8E29-4ED6-8574-FE1615A1B834}">
      <dgm:prSet/>
      <dgm:spPr/>
      <dgm:t>
        <a:bodyPr/>
        <a:lstStyle/>
        <a:p>
          <a:endParaRPr lang="en-US"/>
        </a:p>
      </dgm:t>
    </dgm:pt>
    <dgm:pt modelId="{75043ACA-D6B1-4121-9A1B-4BF29A9BE820}" type="pres">
      <dgm:prSet presAssocID="{39F8BA88-A337-4320-A654-CF62C54E8A7F}" presName="root" presStyleCnt="0">
        <dgm:presLayoutVars>
          <dgm:dir/>
          <dgm:resizeHandles val="exact"/>
        </dgm:presLayoutVars>
      </dgm:prSet>
      <dgm:spPr/>
    </dgm:pt>
    <dgm:pt modelId="{10F46E66-EBA1-43DF-8420-9C2D99822002}" type="pres">
      <dgm:prSet presAssocID="{BEF1D373-B7AD-4E41-B7F1-51078E2A2B96}" presName="compNode" presStyleCnt="0"/>
      <dgm:spPr/>
    </dgm:pt>
    <dgm:pt modelId="{C995F783-1C92-4C16-8AA4-EE07A9C12752}" type="pres">
      <dgm:prSet presAssocID="{BEF1D373-B7AD-4E41-B7F1-51078E2A2B9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7DD1801-2C91-40D2-9C4A-D4042B930270}" type="pres">
      <dgm:prSet presAssocID="{BEF1D373-B7AD-4E41-B7F1-51078E2A2B96}" presName="iconSpace" presStyleCnt="0"/>
      <dgm:spPr/>
    </dgm:pt>
    <dgm:pt modelId="{91AB1A39-3C97-4B8E-AD30-1F534438E375}" type="pres">
      <dgm:prSet presAssocID="{BEF1D373-B7AD-4E41-B7F1-51078E2A2B96}" presName="parTx" presStyleLbl="revTx" presStyleIdx="0" presStyleCnt="6">
        <dgm:presLayoutVars>
          <dgm:chMax val="0"/>
          <dgm:chPref val="0"/>
        </dgm:presLayoutVars>
      </dgm:prSet>
      <dgm:spPr/>
    </dgm:pt>
    <dgm:pt modelId="{27CF9353-90B1-43B8-81B8-C2B60B4C5824}" type="pres">
      <dgm:prSet presAssocID="{BEF1D373-B7AD-4E41-B7F1-51078E2A2B96}" presName="txSpace" presStyleCnt="0"/>
      <dgm:spPr/>
    </dgm:pt>
    <dgm:pt modelId="{CAEDCD5C-CA74-4CCE-880F-0F28B8570EC7}" type="pres">
      <dgm:prSet presAssocID="{BEF1D373-B7AD-4E41-B7F1-51078E2A2B96}" presName="desTx" presStyleLbl="revTx" presStyleIdx="1" presStyleCnt="6">
        <dgm:presLayoutVars/>
      </dgm:prSet>
      <dgm:spPr/>
    </dgm:pt>
    <dgm:pt modelId="{38FBA9EA-9A8D-47F7-8DAA-DD97C9D0ED69}" type="pres">
      <dgm:prSet presAssocID="{0CDA1C5E-4E45-4DD2-8EDA-D3588D6563BB}" presName="sibTrans" presStyleCnt="0"/>
      <dgm:spPr/>
    </dgm:pt>
    <dgm:pt modelId="{7092F732-E58A-4EA5-94A0-0D62111104B0}" type="pres">
      <dgm:prSet presAssocID="{3CB5DF48-88DB-46F2-BE76-6BFB7432ADC1}" presName="compNode" presStyleCnt="0"/>
      <dgm:spPr/>
    </dgm:pt>
    <dgm:pt modelId="{445CDE66-D3B0-4728-A0DB-EB6B22ADE372}" type="pres">
      <dgm:prSet presAssocID="{3CB5DF48-88DB-46F2-BE76-6BFB7432ADC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2B78C3A-8022-4C00-845A-ACA331DE7EB3}" type="pres">
      <dgm:prSet presAssocID="{3CB5DF48-88DB-46F2-BE76-6BFB7432ADC1}" presName="iconSpace" presStyleCnt="0"/>
      <dgm:spPr/>
    </dgm:pt>
    <dgm:pt modelId="{01824DC4-C42A-4028-8D2E-A1D67D42D5A0}" type="pres">
      <dgm:prSet presAssocID="{3CB5DF48-88DB-46F2-BE76-6BFB7432ADC1}" presName="parTx" presStyleLbl="revTx" presStyleIdx="2" presStyleCnt="6">
        <dgm:presLayoutVars>
          <dgm:chMax val="0"/>
          <dgm:chPref val="0"/>
        </dgm:presLayoutVars>
      </dgm:prSet>
      <dgm:spPr/>
    </dgm:pt>
    <dgm:pt modelId="{A0FDDA14-1A64-408F-90FE-4F52852867E9}" type="pres">
      <dgm:prSet presAssocID="{3CB5DF48-88DB-46F2-BE76-6BFB7432ADC1}" presName="txSpace" presStyleCnt="0"/>
      <dgm:spPr/>
    </dgm:pt>
    <dgm:pt modelId="{ABB31EA0-81B2-4C0E-8455-4D99E162D4C2}" type="pres">
      <dgm:prSet presAssocID="{3CB5DF48-88DB-46F2-BE76-6BFB7432ADC1}" presName="desTx" presStyleLbl="revTx" presStyleIdx="3" presStyleCnt="6">
        <dgm:presLayoutVars/>
      </dgm:prSet>
      <dgm:spPr/>
    </dgm:pt>
    <dgm:pt modelId="{0B356C08-2A71-48CB-BB23-EC520008CDBD}" type="pres">
      <dgm:prSet presAssocID="{5FEBF21D-B76C-48A2-A5E8-7A49F555B75C}" presName="sibTrans" presStyleCnt="0"/>
      <dgm:spPr/>
    </dgm:pt>
    <dgm:pt modelId="{95BFD85E-B76F-4AC5-A412-9AD5DC143E0A}" type="pres">
      <dgm:prSet presAssocID="{0AFE7A21-BA63-4C6E-A9BA-86BAAE2F987B}" presName="compNode" presStyleCnt="0"/>
      <dgm:spPr/>
    </dgm:pt>
    <dgm:pt modelId="{DA6809F3-5826-4AE2-8391-A1E0C6B16A65}" type="pres">
      <dgm:prSet presAssocID="{0AFE7A21-BA63-4C6E-A9BA-86BAAE2F98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B89E8B2-D9F5-4A8B-8493-03F020E56DC3}" type="pres">
      <dgm:prSet presAssocID="{0AFE7A21-BA63-4C6E-A9BA-86BAAE2F987B}" presName="iconSpace" presStyleCnt="0"/>
      <dgm:spPr/>
    </dgm:pt>
    <dgm:pt modelId="{7E748877-9BFE-4006-A99B-B6EE79CCA065}" type="pres">
      <dgm:prSet presAssocID="{0AFE7A21-BA63-4C6E-A9BA-86BAAE2F987B}" presName="parTx" presStyleLbl="revTx" presStyleIdx="4" presStyleCnt="6">
        <dgm:presLayoutVars>
          <dgm:chMax val="0"/>
          <dgm:chPref val="0"/>
        </dgm:presLayoutVars>
      </dgm:prSet>
      <dgm:spPr/>
    </dgm:pt>
    <dgm:pt modelId="{217058E7-CF3A-4353-86ED-D591580AD427}" type="pres">
      <dgm:prSet presAssocID="{0AFE7A21-BA63-4C6E-A9BA-86BAAE2F987B}" presName="txSpace" presStyleCnt="0"/>
      <dgm:spPr/>
    </dgm:pt>
    <dgm:pt modelId="{390D8C29-4658-4356-9A4C-9F30270304E9}" type="pres">
      <dgm:prSet presAssocID="{0AFE7A21-BA63-4C6E-A9BA-86BAAE2F987B}" presName="desTx" presStyleLbl="revTx" presStyleIdx="5" presStyleCnt="6">
        <dgm:presLayoutVars/>
      </dgm:prSet>
      <dgm:spPr/>
    </dgm:pt>
  </dgm:ptLst>
  <dgm:cxnLst>
    <dgm:cxn modelId="{AE85F618-749E-4A25-BD4E-A9CF5EA25B2C}" srcId="{39F8BA88-A337-4320-A654-CF62C54E8A7F}" destId="{3CB5DF48-88DB-46F2-BE76-6BFB7432ADC1}" srcOrd="1" destOrd="0" parTransId="{D1B2F2C0-EC10-4758-B9EA-AE5C6678EE04}" sibTransId="{5FEBF21D-B76C-48A2-A5E8-7A49F555B75C}"/>
    <dgm:cxn modelId="{2D42EA2E-8672-406E-B139-E3831843D747}" type="presOf" srcId="{3CB5DF48-88DB-46F2-BE76-6BFB7432ADC1}" destId="{01824DC4-C42A-4028-8D2E-A1D67D42D5A0}" srcOrd="0" destOrd="0" presId="urn:microsoft.com/office/officeart/2018/2/layout/IconLabelDescriptionList"/>
    <dgm:cxn modelId="{3517C536-4C2D-40E6-96BC-540F95EB15E4}" type="presOf" srcId="{0AFE7A21-BA63-4C6E-A9BA-86BAAE2F987B}" destId="{7E748877-9BFE-4006-A99B-B6EE79CCA065}" srcOrd="0" destOrd="0" presId="urn:microsoft.com/office/officeart/2018/2/layout/IconLabelDescriptionList"/>
    <dgm:cxn modelId="{1D3C5762-4591-4AAB-BFC7-8DDD11ECCF7A}" srcId="{39F8BA88-A337-4320-A654-CF62C54E8A7F}" destId="{BEF1D373-B7AD-4E41-B7F1-51078E2A2B96}" srcOrd="0" destOrd="0" parTransId="{F0CEE44D-A1E5-4B36-8279-EC51A26C9E63}" sibTransId="{0CDA1C5E-4E45-4DD2-8EDA-D3588D6563BB}"/>
    <dgm:cxn modelId="{D7444748-0DB8-436A-AD94-2E7618712167}" srcId="{39F8BA88-A337-4320-A654-CF62C54E8A7F}" destId="{0AFE7A21-BA63-4C6E-A9BA-86BAAE2F987B}" srcOrd="2" destOrd="0" parTransId="{C8C12053-168D-43C4-BA49-732EB38DE4D3}" sibTransId="{715AA3A6-FEA5-46CA-A8EA-377329AFDC90}"/>
    <dgm:cxn modelId="{F8FBC671-0890-40F7-97E7-E5E9145857CB}" type="presOf" srcId="{69189F34-DB53-48B9-A59C-2860D58005F1}" destId="{CAEDCD5C-CA74-4CCE-880F-0F28B8570EC7}" srcOrd="0" destOrd="0" presId="urn:microsoft.com/office/officeart/2018/2/layout/IconLabelDescriptionList"/>
    <dgm:cxn modelId="{55971D76-8E29-4ED6-8574-FE1615A1B834}" srcId="{0AFE7A21-BA63-4C6E-A9BA-86BAAE2F987B}" destId="{803A828F-7352-4CE7-9321-2D5A814D1983}" srcOrd="0" destOrd="0" parTransId="{D59B0027-25DF-4FBE-B0D7-931678C4A54E}" sibTransId="{C06A9CBB-A735-4976-A00F-F138410A8D5B}"/>
    <dgm:cxn modelId="{12BC137F-B5C3-44AD-895D-9B6BAE94E444}" type="presOf" srcId="{BEF1D373-B7AD-4E41-B7F1-51078E2A2B96}" destId="{91AB1A39-3C97-4B8E-AD30-1F534438E375}" srcOrd="0" destOrd="0" presId="urn:microsoft.com/office/officeart/2018/2/layout/IconLabelDescriptionList"/>
    <dgm:cxn modelId="{0BF7D282-C4D4-43B4-A439-29FF6EA28A76}" type="presOf" srcId="{F3E04EE7-0ACA-40CD-A885-ECD20B64A7D9}" destId="{ABB31EA0-81B2-4C0E-8455-4D99E162D4C2}" srcOrd="0" destOrd="0" presId="urn:microsoft.com/office/officeart/2018/2/layout/IconLabelDescriptionList"/>
    <dgm:cxn modelId="{844E0283-00E7-49C0-871B-C4D50B31A580}" srcId="{3CB5DF48-88DB-46F2-BE76-6BFB7432ADC1}" destId="{F3E04EE7-0ACA-40CD-A885-ECD20B64A7D9}" srcOrd="0" destOrd="0" parTransId="{D9CD93B2-4924-48C4-B680-924C16628347}" sibTransId="{BEDEE4EC-90AF-41D6-8B72-1134A6493D8A}"/>
    <dgm:cxn modelId="{20299AD1-88C4-4C5F-8E7D-71998144F1E7}" type="presOf" srcId="{803A828F-7352-4CE7-9321-2D5A814D1983}" destId="{390D8C29-4658-4356-9A4C-9F30270304E9}" srcOrd="0" destOrd="0" presId="urn:microsoft.com/office/officeart/2018/2/layout/IconLabelDescriptionList"/>
    <dgm:cxn modelId="{0D25BED3-6143-4FBC-9218-6931C4C22C9E}" type="presOf" srcId="{39F8BA88-A337-4320-A654-CF62C54E8A7F}" destId="{75043ACA-D6B1-4121-9A1B-4BF29A9BE820}" srcOrd="0" destOrd="0" presId="urn:microsoft.com/office/officeart/2018/2/layout/IconLabelDescriptionList"/>
    <dgm:cxn modelId="{C42A41E5-A171-4DD4-94DA-635DE1A63D0B}" srcId="{BEF1D373-B7AD-4E41-B7F1-51078E2A2B96}" destId="{69189F34-DB53-48B9-A59C-2860D58005F1}" srcOrd="0" destOrd="0" parTransId="{6611C9E7-B20C-4CE3-9622-08A0609996C4}" sibTransId="{0870FA0A-4FE7-46E5-B8AB-2E333DD8C3B2}"/>
    <dgm:cxn modelId="{CF9C3C9F-225D-4A5F-B942-E6916D715689}" type="presParOf" srcId="{75043ACA-D6B1-4121-9A1B-4BF29A9BE820}" destId="{10F46E66-EBA1-43DF-8420-9C2D99822002}" srcOrd="0" destOrd="0" presId="urn:microsoft.com/office/officeart/2018/2/layout/IconLabelDescriptionList"/>
    <dgm:cxn modelId="{48939416-8C76-4BE7-890E-641447938117}" type="presParOf" srcId="{10F46E66-EBA1-43DF-8420-9C2D99822002}" destId="{C995F783-1C92-4C16-8AA4-EE07A9C12752}" srcOrd="0" destOrd="0" presId="urn:microsoft.com/office/officeart/2018/2/layout/IconLabelDescriptionList"/>
    <dgm:cxn modelId="{089FC06C-AB05-4DFE-B144-ED72197A902A}" type="presParOf" srcId="{10F46E66-EBA1-43DF-8420-9C2D99822002}" destId="{17DD1801-2C91-40D2-9C4A-D4042B930270}" srcOrd="1" destOrd="0" presId="urn:microsoft.com/office/officeart/2018/2/layout/IconLabelDescriptionList"/>
    <dgm:cxn modelId="{4E85C20E-A4C1-4F4C-9A2A-B4CF8A730073}" type="presParOf" srcId="{10F46E66-EBA1-43DF-8420-9C2D99822002}" destId="{91AB1A39-3C97-4B8E-AD30-1F534438E375}" srcOrd="2" destOrd="0" presId="urn:microsoft.com/office/officeart/2018/2/layout/IconLabelDescriptionList"/>
    <dgm:cxn modelId="{F47F69B1-2530-4209-93E2-1D00E8DE8C55}" type="presParOf" srcId="{10F46E66-EBA1-43DF-8420-9C2D99822002}" destId="{27CF9353-90B1-43B8-81B8-C2B60B4C5824}" srcOrd="3" destOrd="0" presId="urn:microsoft.com/office/officeart/2018/2/layout/IconLabelDescriptionList"/>
    <dgm:cxn modelId="{F3592AC0-63A7-4D76-929A-CED0392E96A2}" type="presParOf" srcId="{10F46E66-EBA1-43DF-8420-9C2D99822002}" destId="{CAEDCD5C-CA74-4CCE-880F-0F28B8570EC7}" srcOrd="4" destOrd="0" presId="urn:microsoft.com/office/officeart/2018/2/layout/IconLabelDescriptionList"/>
    <dgm:cxn modelId="{421D1267-5D7A-49B6-828B-58440F1F842A}" type="presParOf" srcId="{75043ACA-D6B1-4121-9A1B-4BF29A9BE820}" destId="{38FBA9EA-9A8D-47F7-8DAA-DD97C9D0ED69}" srcOrd="1" destOrd="0" presId="urn:microsoft.com/office/officeart/2018/2/layout/IconLabelDescriptionList"/>
    <dgm:cxn modelId="{7AC8E6C6-C98F-436D-B528-101391C92031}" type="presParOf" srcId="{75043ACA-D6B1-4121-9A1B-4BF29A9BE820}" destId="{7092F732-E58A-4EA5-94A0-0D62111104B0}" srcOrd="2" destOrd="0" presId="urn:microsoft.com/office/officeart/2018/2/layout/IconLabelDescriptionList"/>
    <dgm:cxn modelId="{6B1DEF93-4986-4EF0-99A4-7BB710F1B0BD}" type="presParOf" srcId="{7092F732-E58A-4EA5-94A0-0D62111104B0}" destId="{445CDE66-D3B0-4728-A0DB-EB6B22ADE372}" srcOrd="0" destOrd="0" presId="urn:microsoft.com/office/officeart/2018/2/layout/IconLabelDescriptionList"/>
    <dgm:cxn modelId="{4B02C8FC-62C7-44D7-85B9-CE2092FC49C7}" type="presParOf" srcId="{7092F732-E58A-4EA5-94A0-0D62111104B0}" destId="{E2B78C3A-8022-4C00-845A-ACA331DE7EB3}" srcOrd="1" destOrd="0" presId="urn:microsoft.com/office/officeart/2018/2/layout/IconLabelDescriptionList"/>
    <dgm:cxn modelId="{EC63D5BF-C4B9-45F1-AC25-6EBD53349B9F}" type="presParOf" srcId="{7092F732-E58A-4EA5-94A0-0D62111104B0}" destId="{01824DC4-C42A-4028-8D2E-A1D67D42D5A0}" srcOrd="2" destOrd="0" presId="urn:microsoft.com/office/officeart/2018/2/layout/IconLabelDescriptionList"/>
    <dgm:cxn modelId="{C17398D8-D2C9-4594-8971-94380B32D183}" type="presParOf" srcId="{7092F732-E58A-4EA5-94A0-0D62111104B0}" destId="{A0FDDA14-1A64-408F-90FE-4F52852867E9}" srcOrd="3" destOrd="0" presId="urn:microsoft.com/office/officeart/2018/2/layout/IconLabelDescriptionList"/>
    <dgm:cxn modelId="{3114A17E-92F0-48C1-876E-0FC963308169}" type="presParOf" srcId="{7092F732-E58A-4EA5-94A0-0D62111104B0}" destId="{ABB31EA0-81B2-4C0E-8455-4D99E162D4C2}" srcOrd="4" destOrd="0" presId="urn:microsoft.com/office/officeart/2018/2/layout/IconLabelDescriptionList"/>
    <dgm:cxn modelId="{12E9A4F3-96A6-4D68-9813-F923B48AAAA4}" type="presParOf" srcId="{75043ACA-D6B1-4121-9A1B-4BF29A9BE820}" destId="{0B356C08-2A71-48CB-BB23-EC520008CDBD}" srcOrd="3" destOrd="0" presId="urn:microsoft.com/office/officeart/2018/2/layout/IconLabelDescriptionList"/>
    <dgm:cxn modelId="{77315A18-3D1E-4157-B430-0180480702FC}" type="presParOf" srcId="{75043ACA-D6B1-4121-9A1B-4BF29A9BE820}" destId="{95BFD85E-B76F-4AC5-A412-9AD5DC143E0A}" srcOrd="4" destOrd="0" presId="urn:microsoft.com/office/officeart/2018/2/layout/IconLabelDescriptionList"/>
    <dgm:cxn modelId="{410DF97B-E6FA-4588-AC89-C2FDA7D3E022}" type="presParOf" srcId="{95BFD85E-B76F-4AC5-A412-9AD5DC143E0A}" destId="{DA6809F3-5826-4AE2-8391-A1E0C6B16A65}" srcOrd="0" destOrd="0" presId="urn:microsoft.com/office/officeart/2018/2/layout/IconLabelDescriptionList"/>
    <dgm:cxn modelId="{9C1468F7-DE30-49D4-A900-B5DE9F4F50F4}" type="presParOf" srcId="{95BFD85E-B76F-4AC5-A412-9AD5DC143E0A}" destId="{1B89E8B2-D9F5-4A8B-8493-03F020E56DC3}" srcOrd="1" destOrd="0" presId="urn:microsoft.com/office/officeart/2018/2/layout/IconLabelDescriptionList"/>
    <dgm:cxn modelId="{1B93ECF5-A6C0-4C60-B47A-8FA705B836BA}" type="presParOf" srcId="{95BFD85E-B76F-4AC5-A412-9AD5DC143E0A}" destId="{7E748877-9BFE-4006-A99B-B6EE79CCA065}" srcOrd="2" destOrd="0" presId="urn:microsoft.com/office/officeart/2018/2/layout/IconLabelDescriptionList"/>
    <dgm:cxn modelId="{ECC89612-0BA4-4E5C-B6C5-1DB9D97A67C3}" type="presParOf" srcId="{95BFD85E-B76F-4AC5-A412-9AD5DC143E0A}" destId="{217058E7-CF3A-4353-86ED-D591580AD427}" srcOrd="3" destOrd="0" presId="urn:microsoft.com/office/officeart/2018/2/layout/IconLabelDescriptionList"/>
    <dgm:cxn modelId="{63CF0BC7-569D-497F-B1A6-870D35A25590}" type="presParOf" srcId="{95BFD85E-B76F-4AC5-A412-9AD5DC143E0A}" destId="{390D8C29-4658-4356-9A4C-9F30270304E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5F783-1C92-4C16-8AA4-EE07A9C12752}">
      <dsp:nvSpPr>
        <dsp:cNvPr id="0" name=""/>
        <dsp:cNvSpPr/>
      </dsp:nvSpPr>
      <dsp:spPr>
        <a:xfrm>
          <a:off x="4285" y="949529"/>
          <a:ext cx="1097085" cy="10970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B1A39-3C97-4B8E-AD30-1F534438E375}">
      <dsp:nvSpPr>
        <dsp:cNvPr id="0" name=""/>
        <dsp:cNvSpPr/>
      </dsp:nvSpPr>
      <dsp:spPr>
        <a:xfrm>
          <a:off x="4285" y="2165073"/>
          <a:ext cx="3134531" cy="47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nb-NO" sz="2200" b="1" kern="1200"/>
            <a:t>Tools (Verktøy)</a:t>
          </a:r>
          <a:endParaRPr lang="en-US" sz="2200" kern="1200"/>
        </a:p>
      </dsp:txBody>
      <dsp:txXfrm>
        <a:off x="4285" y="2165073"/>
        <a:ext cx="3134531" cy="470179"/>
      </dsp:txXfrm>
    </dsp:sp>
    <dsp:sp modelId="{CAEDCD5C-CA74-4CCE-880F-0F28B8570EC7}">
      <dsp:nvSpPr>
        <dsp:cNvPr id="0" name=""/>
        <dsp:cNvSpPr/>
      </dsp:nvSpPr>
      <dsp:spPr>
        <a:xfrm>
          <a:off x="4285" y="2690350"/>
          <a:ext cx="3134531" cy="1014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 dirty="0"/>
            <a:t>Bruk disse når du vil at AI skal </a:t>
          </a:r>
          <a:r>
            <a:rPr lang="nb-NO" sz="1700" b="1" kern="1200" dirty="0"/>
            <a:t>gjøre noe</a:t>
          </a:r>
          <a:r>
            <a:rPr lang="nb-NO" sz="1700" kern="1200" dirty="0"/>
            <a:t> (f.eks. update-order-status eller run-abl-procedure).</a:t>
          </a:r>
          <a:endParaRPr lang="en-US" sz="1700" kern="1200" dirty="0"/>
        </a:p>
      </dsp:txBody>
      <dsp:txXfrm>
        <a:off x="4285" y="2690350"/>
        <a:ext cx="3134531" cy="1014029"/>
      </dsp:txXfrm>
    </dsp:sp>
    <dsp:sp modelId="{445CDE66-D3B0-4728-A0DB-EB6B22ADE372}">
      <dsp:nvSpPr>
        <dsp:cNvPr id="0" name=""/>
        <dsp:cNvSpPr/>
      </dsp:nvSpPr>
      <dsp:spPr>
        <a:xfrm>
          <a:off x="3687359" y="949529"/>
          <a:ext cx="1097085" cy="10970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24DC4-C42A-4028-8D2E-A1D67D42D5A0}">
      <dsp:nvSpPr>
        <dsp:cNvPr id="0" name=""/>
        <dsp:cNvSpPr/>
      </dsp:nvSpPr>
      <dsp:spPr>
        <a:xfrm>
          <a:off x="3687359" y="2165073"/>
          <a:ext cx="3134531" cy="47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nb-NO" sz="2200" b="1" kern="1200"/>
            <a:t>Resources (Ressurser)</a:t>
          </a:r>
          <a:endParaRPr lang="en-US" sz="2200" kern="1200"/>
        </a:p>
      </dsp:txBody>
      <dsp:txXfrm>
        <a:off x="3687359" y="2165073"/>
        <a:ext cx="3134531" cy="470179"/>
      </dsp:txXfrm>
    </dsp:sp>
    <dsp:sp modelId="{ABB31EA0-81B2-4C0E-8455-4D99E162D4C2}">
      <dsp:nvSpPr>
        <dsp:cNvPr id="0" name=""/>
        <dsp:cNvSpPr/>
      </dsp:nvSpPr>
      <dsp:spPr>
        <a:xfrm>
          <a:off x="3687359" y="2690350"/>
          <a:ext cx="3134531" cy="1014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 dirty="0"/>
            <a:t>Bruk disse når du vil at AI skal </a:t>
          </a:r>
          <a:r>
            <a:rPr lang="nb-NO" sz="1700" b="1" kern="1200" dirty="0"/>
            <a:t>vite noe</a:t>
          </a:r>
          <a:r>
            <a:rPr lang="nb-NO" sz="1700" kern="1200" dirty="0"/>
            <a:t> (f.eks. read-schema-definition)</a:t>
          </a:r>
          <a:endParaRPr lang="en-US" sz="1700" kern="1200" dirty="0"/>
        </a:p>
      </dsp:txBody>
      <dsp:txXfrm>
        <a:off x="3687359" y="2690350"/>
        <a:ext cx="3134531" cy="1014029"/>
      </dsp:txXfrm>
    </dsp:sp>
    <dsp:sp modelId="{DA6809F3-5826-4AE2-8391-A1E0C6B16A65}">
      <dsp:nvSpPr>
        <dsp:cNvPr id="0" name=""/>
        <dsp:cNvSpPr/>
      </dsp:nvSpPr>
      <dsp:spPr>
        <a:xfrm>
          <a:off x="7370434" y="949529"/>
          <a:ext cx="1097085" cy="10970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48877-9BFE-4006-A99B-B6EE79CCA065}">
      <dsp:nvSpPr>
        <dsp:cNvPr id="0" name=""/>
        <dsp:cNvSpPr/>
      </dsp:nvSpPr>
      <dsp:spPr>
        <a:xfrm>
          <a:off x="7370434" y="2165073"/>
          <a:ext cx="3134531" cy="47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nb-NO" sz="2200" b="1" kern="1200"/>
            <a:t>Prompts (Maler)</a:t>
          </a:r>
          <a:endParaRPr lang="en-US" sz="2200" kern="1200"/>
        </a:p>
      </dsp:txBody>
      <dsp:txXfrm>
        <a:off x="7370434" y="2165073"/>
        <a:ext cx="3134531" cy="470179"/>
      </dsp:txXfrm>
    </dsp:sp>
    <dsp:sp modelId="{390D8C29-4658-4356-9A4C-9F30270304E9}">
      <dsp:nvSpPr>
        <dsp:cNvPr id="0" name=""/>
        <dsp:cNvSpPr/>
      </dsp:nvSpPr>
      <dsp:spPr>
        <a:xfrm>
          <a:off x="7370434" y="2690350"/>
          <a:ext cx="3134531" cy="1014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700" kern="1200" dirty="0"/>
            <a:t>Bruk disse for å </a:t>
          </a:r>
          <a:r>
            <a:rPr lang="nb-NO" sz="1700" b="1" kern="1200" dirty="0"/>
            <a:t>standardisere</a:t>
          </a:r>
          <a:r>
            <a:rPr lang="nb-NO" sz="1700" kern="1200" dirty="0"/>
            <a:t> hvordan AI skal oppføre seg når den jobber med din spesifikke logikk.</a:t>
          </a:r>
          <a:endParaRPr lang="en-US" sz="1700" kern="1200" dirty="0"/>
        </a:p>
      </dsp:txBody>
      <dsp:txXfrm>
        <a:off x="7370434" y="2690350"/>
        <a:ext cx="3134531" cy="1014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720C6-6DE3-476E-8A36-3FB97785ECBA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58B12-4B0C-465B-8170-3115C9CCF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216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7B90A-95AD-4D68-BE38-B11593C2B90C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31C13-1C4E-4D5F-B42F-00705E317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15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b="1" noProof="1">
              <a:ea typeface="Calibri"/>
              <a:cs typeface="Calibri"/>
            </a:endParaRPr>
          </a:p>
          <a:p>
            <a:r>
              <a:rPr lang="nb-NO" b="1" noProof="1">
                <a:ea typeface="Calibri"/>
                <a:cs typeface="Calibri"/>
              </a:rPr>
              <a:t>Det ble litt endringer i agenda – ser jeg. Men her er det Claude som bestemmer så da får jeg kjøre på med dette. Det er tydelig at vi må ha fokus på AI i disse tider 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329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  <a:p>
            <a:r>
              <a:rPr lang="nb-NO" b="1" baseline="0" dirty="0">
                <a:ea typeface="Calibri"/>
                <a:cs typeface="Calibri"/>
              </a:rPr>
              <a:t>Først må vi ta en titt på hva jeg presenterte i fjor – PUG </a:t>
            </a:r>
          </a:p>
          <a:p>
            <a:r>
              <a:rPr lang="nb-NO" b="1" baseline="0" dirty="0">
                <a:ea typeface="Calibri"/>
                <a:cs typeface="Calibri"/>
              </a:rPr>
              <a:t>Dette blir en videreføring av dette – for her i AI verden går ting fort </a:t>
            </a:r>
          </a:p>
          <a:p>
            <a:r>
              <a:rPr lang="nb-NO" b="1" baseline="0" dirty="0">
                <a:ea typeface="Calibri"/>
                <a:cs typeface="Calibri"/>
              </a:rPr>
              <a:t>Håper vi kan bli litt klokere på hva AI kan gjøre nå – med tanke på Progress ABL selvølgelig</a:t>
            </a:r>
          </a:p>
          <a:p>
            <a:r>
              <a:rPr lang="nb-NO" b="1" baseline="0" dirty="0">
                <a:ea typeface="Calibri"/>
                <a:cs typeface="Calibri"/>
              </a:rPr>
              <a:t>Og det aller viktigste er jo Demo’ene 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059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1C9B9-60D9-2143-0992-B86E4FEF5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3A7A8-D1EF-E3B6-0C61-C31984EDB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87A94-537F-E93D-1591-6E1CBE570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  <a:p>
            <a:r>
              <a:rPr lang="nb-NO" b="1" baseline="0" dirty="0">
                <a:ea typeface="Calibri"/>
                <a:cs typeface="Calibri"/>
              </a:rPr>
              <a:t>Først må vi ta en titt på hva jeg presenterte i fjor – PUG </a:t>
            </a:r>
          </a:p>
          <a:p>
            <a:r>
              <a:rPr lang="nb-NO" b="1" baseline="0" dirty="0">
                <a:ea typeface="Calibri"/>
                <a:cs typeface="Calibri"/>
              </a:rPr>
              <a:t>Dette blir en videreføring av dette – for her i AI verden går ting fort </a:t>
            </a:r>
          </a:p>
          <a:p>
            <a:r>
              <a:rPr lang="nb-NO" b="1" baseline="0" dirty="0">
                <a:ea typeface="Calibri"/>
                <a:cs typeface="Calibri"/>
              </a:rPr>
              <a:t>Håper vi kan bli litt klokere på hva AI kan gjøre nå – med tanke på Progress ABL selvølgelig</a:t>
            </a:r>
          </a:p>
          <a:p>
            <a:r>
              <a:rPr lang="nb-NO" b="1" baseline="0" dirty="0">
                <a:ea typeface="Calibri"/>
                <a:cs typeface="Calibri"/>
              </a:rPr>
              <a:t>Og det aller viktigste er jo Demo’ene -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CA020-FEAA-73A9-4D37-E4E850BE5E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462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49A7-0522-83C5-5ACC-D67F4A9A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5893C-2465-164F-F1B3-6C3C0910E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B7BB1-E602-47FA-8DD9-D91FF14D1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  <a:p>
            <a:r>
              <a:rPr lang="nb-NO" baseline="0" dirty="0"/>
              <a:t>Etter – PUG konf i valencia – ble vi oppmerksome på MCP. Dette var litt nytt for meg – </a:t>
            </a:r>
          </a:p>
          <a:p>
            <a:r>
              <a:rPr lang="nb-NO" baseline="0" dirty="0"/>
              <a:t>Når jeg kom tilbake tenkte jeg at jeg må lage en MCP server. </a:t>
            </a:r>
          </a:p>
          <a:p>
            <a:r>
              <a:rPr lang="nb-NO" baseline="0" dirty="0"/>
              <a:t>Dette var noe Mike F. Og progress hadde begynt på, så hvorfor ikke ta en titt på dette </a:t>
            </a:r>
          </a:p>
          <a:p>
            <a:r>
              <a:rPr lang="nb-NO" baseline="0" dirty="0"/>
              <a:t>Men for å lage en MCP server må vi først vite hva det er ..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3EF6A-ADDD-3AAE-1597-589F193DD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064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Relativt</a:t>
            </a:r>
            <a:r>
              <a:rPr lang="en-US" dirty="0"/>
              <a:t> </a:t>
            </a:r>
            <a:r>
              <a:rPr lang="en-US" dirty="0" err="1"/>
              <a:t>nytt</a:t>
            </a:r>
            <a:r>
              <a:rPr lang="en-US" dirty="0"/>
              <a:t> – 2025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beskrives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USB for AI LLM’s. </a:t>
            </a:r>
            <a:r>
              <a:rPr lang="en-US" dirty="0" err="1"/>
              <a:t>Lansert</a:t>
            </a:r>
            <a:r>
              <a:rPr lang="en-US" dirty="0"/>
              <a:t> av </a:t>
            </a:r>
            <a:r>
              <a:rPr lang="en-US" dirty="0" err="1"/>
              <a:t>Antropic</a:t>
            </a:r>
            <a:r>
              <a:rPr lang="en-US" dirty="0"/>
              <a:t> – Som er </a:t>
            </a:r>
            <a:r>
              <a:rPr lang="en-US" dirty="0" err="1"/>
              <a:t>leverandør</a:t>
            </a:r>
            <a:r>
              <a:rPr lang="en-US" dirty="0"/>
              <a:t> av Claude. </a:t>
            </a:r>
          </a:p>
          <a:p>
            <a:r>
              <a:rPr lang="en-US" dirty="0" err="1"/>
              <a:t>Startet</a:t>
            </a:r>
            <a:r>
              <a:rPr lang="en-US" dirty="0"/>
              <a:t> </a:t>
            </a:r>
            <a:r>
              <a:rPr lang="en-US" dirty="0" err="1"/>
              <a:t>opp</a:t>
            </a:r>
            <a:r>
              <a:rPr lang="en-US" dirty="0"/>
              <a:t> I 2021 – av 2 </a:t>
            </a:r>
            <a:r>
              <a:rPr lang="en-US" dirty="0" err="1"/>
              <a:t>avhoppere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OpenAI.  </a:t>
            </a:r>
          </a:p>
          <a:p>
            <a:endParaRPr lang="en-US" dirty="0"/>
          </a:p>
          <a:p>
            <a:r>
              <a:rPr lang="en-US" dirty="0" err="1"/>
              <a:t>Standardiserer</a:t>
            </a:r>
            <a:r>
              <a:rPr lang="en-US" dirty="0"/>
              <a:t> </a:t>
            </a:r>
            <a:r>
              <a:rPr lang="en-US" dirty="0" err="1"/>
              <a:t>Verktøy</a:t>
            </a:r>
            <a:r>
              <a:rPr lang="en-US" dirty="0"/>
              <a:t> / Tools </a:t>
            </a:r>
            <a:r>
              <a:rPr lang="en-US" dirty="0" err="1"/>
              <a:t>og</a:t>
            </a:r>
            <a:r>
              <a:rPr lang="en-US" dirty="0"/>
              <a:t> data  </a:t>
            </a:r>
          </a:p>
          <a:p>
            <a:r>
              <a:rPr lang="en-US" dirty="0" err="1"/>
              <a:t>Protokoll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bruker</a:t>
            </a:r>
            <a:r>
              <a:rPr lang="en-US" dirty="0"/>
              <a:t> Json – </a:t>
            </a:r>
            <a:r>
              <a:rPr lang="en-US" dirty="0" err="1"/>
              <a:t>communikasjon</a:t>
            </a:r>
            <a:r>
              <a:rPr lang="en-US" dirty="0"/>
              <a:t> over http/https </a:t>
            </a:r>
            <a:r>
              <a:rPr lang="en-US" dirty="0" err="1"/>
              <a:t>alternativt</a:t>
            </a:r>
            <a:r>
              <a:rPr lang="en-US" dirty="0"/>
              <a:t> </a:t>
            </a:r>
            <a:r>
              <a:rPr lang="en-US" dirty="0" err="1"/>
              <a:t>StandardIO</a:t>
            </a:r>
            <a:r>
              <a:rPr lang="en-US" dirty="0"/>
              <a:t> (</a:t>
            </a:r>
            <a:r>
              <a:rPr lang="en-US" dirty="0" err="1"/>
              <a:t>lokalt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948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Det er egentlig ganske enkelt:</a:t>
            </a:r>
          </a:p>
          <a:p>
            <a:r>
              <a:rPr lang="nb-NO" dirty="0"/>
              <a:t>AI er god på å resonnere, MCP gir den noe å resonnere </a:t>
            </a:r>
            <a:r>
              <a:rPr lang="nb-NO" i="1" dirty="0"/>
              <a:t>OM</a:t>
            </a:r>
            <a:r>
              <a:rPr lang="nb-NO" dirty="0"/>
              <a:t> og </a:t>
            </a:r>
            <a:r>
              <a:rPr lang="nb-NO" i="1" dirty="0"/>
              <a:t>MED</a:t>
            </a:r>
          </a:p>
          <a:p>
            <a:endParaRPr lang="nb-NO" i="1" dirty="0"/>
          </a:p>
          <a:p>
            <a:r>
              <a:rPr lang="nb-NO" b="1" dirty="0"/>
              <a:t>Filsystem-MCP</a:t>
            </a:r>
            <a:r>
              <a:rPr lang="nb-NO" dirty="0"/>
              <a:t> — lar Claude lese og skrive filer på maskinen din. Du kan si "oppsummer alle loggfilene fra i går" og Claude finner dem selv, leser dem og gir deg svaret.</a:t>
            </a:r>
          </a:p>
          <a:p>
            <a:r>
              <a:rPr lang="nb-NO" b="1" dirty="0"/>
              <a:t>Database-MCP</a:t>
            </a:r>
            <a:r>
              <a:rPr lang="nb-NO" dirty="0"/>
              <a:t> — kobler Claude til en Postgres- eller SQLite-database. Du spør på norsk, Claude oversetter til SQL, kjører spørringen og forklarer resultatet. Ingen manuell SQL nødvendig.</a:t>
            </a:r>
          </a:p>
          <a:p>
            <a:r>
              <a:rPr lang="nb-NO" b="1" dirty="0"/>
              <a:t>Git-MCP</a:t>
            </a:r>
            <a:r>
              <a:rPr lang="nb-NO" dirty="0"/>
              <a:t> — gir Claude tilgang til et repo. Den kan lese commit-historikk, se hvilke filer som er endret, og hjelpe deg forstå hva som skjedde i en gitt periode.</a:t>
            </a:r>
          </a:p>
          <a:p>
            <a:r>
              <a:rPr lang="nb-NO" b="1" dirty="0"/>
              <a:t>Slack-MCP</a:t>
            </a:r>
            <a:r>
              <a:rPr lang="nb-NO" dirty="0"/>
              <a:t> — lar Claude søke i Slack-historikken din. "Hva ble besluttet om arkitekturen i #backend forrige uke?" og Claude finner tråden og oppsummerer.</a:t>
            </a:r>
          </a:p>
          <a:p>
            <a:r>
              <a:rPr lang="nb-NO" b="1" dirty="0"/>
              <a:t>Web search-MCP</a:t>
            </a:r>
            <a:r>
              <a:rPr lang="nb-NO" dirty="0"/>
              <a:t> — gir Claude mulighet til å søke på nettet i sanntid, slik at den ikke er begrenset til treningsdataene sine.</a:t>
            </a:r>
          </a:p>
          <a:p>
            <a:r>
              <a:rPr lang="nb-NO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901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Tilbake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n8n – </a:t>
            </a:r>
            <a:r>
              <a:rPr lang="en-US" dirty="0" err="1">
                <a:sym typeface="Wingdings" panose="05000000000000000000" pitchFamily="2" charset="2"/>
              </a:rPr>
              <a:t>og</a:t>
            </a:r>
            <a:r>
              <a:rPr lang="en-US" dirty="0">
                <a:sym typeface="Wingdings" panose="05000000000000000000" pitchFamily="2" charset="2"/>
              </a:rPr>
              <a:t> vis MCP server med tools</a:t>
            </a:r>
          </a:p>
          <a:p>
            <a:r>
              <a:rPr lang="en-US" dirty="0">
                <a:sym typeface="Wingdings" panose="05000000000000000000" pitchFamily="2" charset="2"/>
              </a:rPr>
              <a:t>MCP – </a:t>
            </a:r>
            <a:r>
              <a:rPr lang="en-US" dirty="0" err="1">
                <a:sym typeface="Wingdings" panose="05000000000000000000" pitchFamily="2" charset="2"/>
              </a:rPr>
              <a:t>ulike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oppgaver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Protokoll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 err="1">
                <a:sym typeface="Wingdings" panose="05000000000000000000" pitchFamily="2" charset="2"/>
              </a:rPr>
              <a:t>stdio</a:t>
            </a:r>
            <a:r>
              <a:rPr lang="en-US" dirty="0">
                <a:sym typeface="Wingdings" panose="05000000000000000000" pitchFamily="2" charset="2"/>
              </a:rPr>
              <a:t> &amp; HTTP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16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144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Kanskje</a:t>
            </a:r>
            <a:r>
              <a:rPr lang="en-US" dirty="0"/>
              <a:t> </a:t>
            </a:r>
            <a:r>
              <a:rPr lang="en-US" dirty="0" err="1"/>
              <a:t>unødvendig</a:t>
            </a:r>
            <a:r>
              <a:rPr lang="en-US" dirty="0"/>
              <a:t> å </a:t>
            </a:r>
            <a:r>
              <a:rPr lang="en-US" dirty="0" err="1"/>
              <a:t>gå</a:t>
            </a:r>
            <a:r>
              <a:rPr lang="en-US" dirty="0"/>
              <a:t> </a:t>
            </a:r>
            <a:r>
              <a:rPr lang="en-US" dirty="0" err="1"/>
              <a:t>gjennom</a:t>
            </a:r>
            <a:r>
              <a:rPr lang="en-US" dirty="0"/>
              <a:t> </a:t>
            </a:r>
            <a:r>
              <a:rPr lang="en-US" dirty="0" err="1"/>
              <a:t>dette</a:t>
            </a:r>
            <a:r>
              <a:rPr lang="en-US" dirty="0"/>
              <a:t>, vi </a:t>
            </a:r>
            <a:r>
              <a:rPr lang="en-US" dirty="0" err="1"/>
              <a:t>har</a:t>
            </a:r>
            <a:r>
              <a:rPr lang="en-US" dirty="0"/>
              <a:t> jo alle god </a:t>
            </a:r>
            <a:r>
              <a:rPr lang="en-US" dirty="0" err="1"/>
              <a:t>erfaring</a:t>
            </a:r>
            <a:r>
              <a:rPr lang="en-US" dirty="0"/>
              <a:t> med AI – men </a:t>
            </a:r>
            <a:r>
              <a:rPr lang="en-US" dirty="0" err="1"/>
              <a:t>dette</a:t>
            </a:r>
            <a:r>
              <a:rPr lang="en-US" dirty="0"/>
              <a:t> er det </a:t>
            </a:r>
            <a:r>
              <a:rPr lang="en-US" dirty="0" err="1"/>
              <a:t>grunnleggende</a:t>
            </a:r>
            <a:r>
              <a:rPr lang="en-US" dirty="0"/>
              <a:t> </a:t>
            </a:r>
          </a:p>
          <a:p>
            <a:r>
              <a:rPr lang="en-US" dirty="0"/>
              <a:t>Tools –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nevnt</a:t>
            </a:r>
            <a:r>
              <a:rPr lang="en-US" dirty="0"/>
              <a:t> </a:t>
            </a:r>
            <a:r>
              <a:rPr lang="en-US" dirty="0" err="1"/>
              <a:t>tidligere</a:t>
            </a:r>
            <a:r>
              <a:rPr lang="en-US" dirty="0"/>
              <a:t> </a:t>
            </a:r>
            <a:r>
              <a:rPr lang="en-US" dirty="0" err="1"/>
              <a:t>send_email</a:t>
            </a:r>
            <a:r>
              <a:rPr lang="en-US" dirty="0"/>
              <a:t> </a:t>
            </a:r>
            <a:r>
              <a:rPr lang="en-US" dirty="0" err="1"/>
              <a:t>hent_kunder</a:t>
            </a:r>
            <a:r>
              <a:rPr lang="en-US" dirty="0"/>
              <a:t> </a:t>
            </a:r>
          </a:p>
          <a:p>
            <a:r>
              <a:rPr lang="en-US" dirty="0" err="1"/>
              <a:t>Ressurser</a:t>
            </a:r>
            <a:r>
              <a:rPr lang="en-US" dirty="0"/>
              <a:t> – wiki, documenter, RAG vector database </a:t>
            </a:r>
          </a:p>
          <a:p>
            <a:r>
              <a:rPr lang="en-US" dirty="0"/>
              <a:t>Prompts – er </a:t>
            </a:r>
            <a:r>
              <a:rPr lang="en-US" dirty="0" err="1"/>
              <a:t>hvordan</a:t>
            </a:r>
            <a:r>
              <a:rPr lang="en-US" dirty="0"/>
              <a:t> den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 err="1"/>
              <a:t>oppføre</a:t>
            </a:r>
            <a:r>
              <a:rPr lang="en-US" dirty="0"/>
              <a:t> seg </a:t>
            </a:r>
            <a:r>
              <a:rPr lang="en-US" dirty="0" err="1"/>
              <a:t>ved</a:t>
            </a:r>
            <a:r>
              <a:rPr lang="en-US" dirty="0"/>
              <a:t> </a:t>
            </a:r>
            <a:r>
              <a:rPr lang="en-US" dirty="0" err="1"/>
              <a:t>utførelse</a:t>
            </a:r>
            <a:r>
              <a:rPr lang="en-US" dirty="0"/>
              <a:t> av </a:t>
            </a:r>
            <a:r>
              <a:rPr lang="en-US" dirty="0" err="1"/>
              <a:t>oppgaver</a:t>
            </a:r>
            <a:r>
              <a:rPr lang="en-US" dirty="0"/>
              <a:t> – </a:t>
            </a:r>
            <a:r>
              <a:rPr lang="en-US" dirty="0" err="1"/>
              <a:t>logikk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524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Jeg </a:t>
            </a:r>
            <a:r>
              <a:rPr lang="en-US" dirty="0" err="1"/>
              <a:t>nevnte</a:t>
            </a:r>
            <a:r>
              <a:rPr lang="en-US" dirty="0"/>
              <a:t> </a:t>
            </a:r>
            <a:r>
              <a:rPr lang="en-US" dirty="0" err="1"/>
              <a:t>tidligere</a:t>
            </a:r>
            <a:r>
              <a:rPr lang="en-US" dirty="0"/>
              <a:t> – at det er </a:t>
            </a:r>
            <a:r>
              <a:rPr lang="en-US" dirty="0" err="1"/>
              <a:t>støtte</a:t>
            </a:r>
            <a:r>
              <a:rPr lang="en-US" dirty="0"/>
              <a:t> for to </a:t>
            </a:r>
            <a:r>
              <a:rPr lang="en-US" dirty="0" err="1"/>
              <a:t>ulike</a:t>
            </a:r>
            <a:r>
              <a:rPr lang="en-US" dirty="0"/>
              <a:t> </a:t>
            </a:r>
            <a:r>
              <a:rPr lang="en-US" dirty="0" err="1"/>
              <a:t>protokoller</a:t>
            </a:r>
            <a:endParaRPr lang="en-US" dirty="0"/>
          </a:p>
          <a:p>
            <a:r>
              <a:rPr lang="en-US" dirty="0" err="1"/>
              <a:t>Viktigst</a:t>
            </a:r>
            <a:r>
              <a:rPr lang="en-US" dirty="0"/>
              <a:t> for </a:t>
            </a:r>
            <a:r>
              <a:rPr lang="en-US" dirty="0" err="1"/>
              <a:t>oss</a:t>
            </a:r>
            <a:r>
              <a:rPr lang="en-US" dirty="0"/>
              <a:t> er http/https </a:t>
            </a:r>
            <a:r>
              <a:rPr lang="en-US" dirty="0" err="1"/>
              <a:t>protokollen</a:t>
            </a:r>
            <a:r>
              <a:rPr lang="en-US" dirty="0"/>
              <a:t> for remote </a:t>
            </a:r>
            <a:r>
              <a:rPr lang="en-US" dirty="0" err="1"/>
              <a:t>tilgang</a:t>
            </a:r>
            <a:r>
              <a:rPr lang="en-US" dirty="0"/>
              <a:t> Json – RPC</a:t>
            </a:r>
          </a:p>
          <a:p>
            <a:r>
              <a:rPr lang="en-US" dirty="0"/>
              <a:t>RPC – Kan </a:t>
            </a:r>
            <a:r>
              <a:rPr lang="en-US" dirty="0" err="1"/>
              <a:t>utvikle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egen</a:t>
            </a:r>
            <a:r>
              <a:rPr lang="en-US" dirty="0"/>
              <a:t> socket server for progress – med </a:t>
            </a:r>
            <a:r>
              <a:rPr lang="en-US" dirty="0" err="1"/>
              <a:t>lytte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port </a:t>
            </a:r>
            <a:r>
              <a:rPr lang="en-US" dirty="0" err="1"/>
              <a:t>xxxx</a:t>
            </a:r>
            <a:endParaRPr lang="en-US" dirty="0"/>
          </a:p>
          <a:p>
            <a:r>
              <a:rPr lang="en-US" dirty="0"/>
              <a:t>Det er I </a:t>
            </a:r>
            <a:r>
              <a:rPr lang="en-US" dirty="0" err="1"/>
              <a:t>utganspt</a:t>
            </a:r>
            <a:r>
              <a:rPr lang="en-US" dirty="0"/>
              <a:t> det </a:t>
            </a:r>
            <a:r>
              <a:rPr lang="en-US" dirty="0" err="1"/>
              <a:t>som</a:t>
            </a:r>
            <a:r>
              <a:rPr lang="en-US" dirty="0"/>
              <a:t> ligger </a:t>
            </a:r>
            <a:r>
              <a:rPr lang="en-US" dirty="0" err="1"/>
              <a:t>bak</a:t>
            </a:r>
            <a:r>
              <a:rPr lang="en-US" dirty="0"/>
              <a:t> </a:t>
            </a:r>
            <a:r>
              <a:rPr lang="en-US" dirty="0" err="1"/>
              <a:t>webhandlers</a:t>
            </a:r>
            <a:r>
              <a:rPr lang="en-US" dirty="0"/>
              <a:t> – progress </a:t>
            </a:r>
            <a:r>
              <a:rPr lang="en-US" dirty="0" err="1"/>
              <a:t>abl</a:t>
            </a:r>
            <a:r>
              <a:rPr lang="en-US" dirty="0"/>
              <a:t> socket server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913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 vi </a:t>
            </a:r>
            <a:r>
              <a:rPr lang="en-US" dirty="0" err="1"/>
              <a:t>har</a:t>
            </a:r>
            <a:r>
              <a:rPr lang="en-US" dirty="0"/>
              <a:t> sett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protokollen</a:t>
            </a:r>
            <a:r>
              <a:rPr lang="en-US" dirty="0"/>
              <a:t> – er </a:t>
            </a:r>
            <a:r>
              <a:rPr lang="en-US" dirty="0" err="1"/>
              <a:t>dette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komplisert</a:t>
            </a:r>
            <a:r>
              <a:rPr lang="en-US" dirty="0"/>
              <a:t> </a:t>
            </a:r>
            <a:r>
              <a:rPr lang="en-US" dirty="0" err="1"/>
              <a:t>protokoll</a:t>
            </a:r>
            <a:r>
              <a:rPr lang="en-US" dirty="0"/>
              <a:t> </a:t>
            </a:r>
          </a:p>
          <a:p>
            <a:r>
              <a:rPr lang="en-US" dirty="0"/>
              <a:t>Det </a:t>
            </a:r>
            <a:r>
              <a:rPr lang="en-US" dirty="0" err="1"/>
              <a:t>finnes</a:t>
            </a:r>
            <a:r>
              <a:rPr lang="en-US" dirty="0"/>
              <a:t> </a:t>
            </a:r>
            <a:r>
              <a:rPr lang="en-US" dirty="0" err="1"/>
              <a:t>selfølgelig</a:t>
            </a:r>
            <a:r>
              <a:rPr lang="en-US" dirty="0"/>
              <a:t>  - mange </a:t>
            </a:r>
            <a:r>
              <a:rPr lang="en-US" dirty="0" err="1"/>
              <a:t>SDK’er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bruke</a:t>
            </a:r>
            <a:endParaRPr lang="en-US" dirty="0"/>
          </a:p>
          <a:p>
            <a:r>
              <a:rPr lang="en-US" dirty="0"/>
              <a:t>Etter PUG I </a:t>
            </a:r>
            <a:r>
              <a:rPr lang="en-US" dirty="0" err="1"/>
              <a:t>valensia</a:t>
            </a:r>
            <a:r>
              <a:rPr lang="en-US" dirty="0"/>
              <a:t> – </a:t>
            </a:r>
            <a:r>
              <a:rPr lang="en-US" dirty="0" err="1"/>
              <a:t>.Net</a:t>
            </a:r>
            <a:r>
              <a:rPr lang="en-US" dirty="0"/>
              <a:t> PRØVE </a:t>
            </a:r>
          </a:p>
          <a:p>
            <a:r>
              <a:rPr lang="en-US" dirty="0" err="1"/>
              <a:t>Generelt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bruke</a:t>
            </a:r>
            <a:r>
              <a:rPr lang="en-US" dirty="0"/>
              <a:t> standard </a:t>
            </a:r>
            <a:r>
              <a:rPr lang="en-US" dirty="0" err="1"/>
              <a:t>SDK’er</a:t>
            </a:r>
            <a:r>
              <a:rPr lang="en-US" dirty="0"/>
              <a:t>,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kanskje</a:t>
            </a:r>
            <a:r>
              <a:rPr lang="en-US" dirty="0"/>
              <a:t> det </a:t>
            </a:r>
            <a:r>
              <a:rPr lang="en-US" dirty="0" err="1"/>
              <a:t>letteste</a:t>
            </a:r>
            <a:r>
              <a:rPr lang="en-US" dirty="0"/>
              <a:t> er å </a:t>
            </a:r>
            <a:r>
              <a:rPr lang="en-US" dirty="0" err="1"/>
              <a:t>bruke</a:t>
            </a:r>
            <a:r>
              <a:rPr lang="en-US" dirty="0"/>
              <a:t> </a:t>
            </a:r>
            <a:r>
              <a:rPr lang="en-US" dirty="0" err="1"/>
              <a:t>.net</a:t>
            </a:r>
            <a:r>
              <a:rPr lang="en-US" dirty="0"/>
              <a:t> – </a:t>
            </a:r>
            <a:r>
              <a:rPr lang="en-US" dirty="0" err="1"/>
              <a:t>mer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mindre</a:t>
            </a:r>
            <a:r>
              <a:rPr lang="en-US" dirty="0"/>
              <a:t> plug and play. Litt knot med å </a:t>
            </a:r>
            <a:r>
              <a:rPr lang="en-US" dirty="0" err="1"/>
              <a:t>koble</a:t>
            </a:r>
            <a:r>
              <a:rPr lang="en-US" dirty="0"/>
              <a:t> </a:t>
            </a:r>
            <a:r>
              <a:rPr lang="en-US" dirty="0" err="1"/>
              <a:t>opp</a:t>
            </a:r>
            <a:r>
              <a:rPr lang="en-US" dirty="0"/>
              <a:t> PASOE </a:t>
            </a:r>
            <a:r>
              <a:rPr lang="en-US" dirty="0" err="1"/>
              <a:t>kobling</a:t>
            </a:r>
            <a:r>
              <a:rPr lang="en-US" dirty="0"/>
              <a:t> men </a:t>
            </a:r>
            <a:r>
              <a:rPr lang="en-US" dirty="0" err="1"/>
              <a:t>ellers</a:t>
            </a:r>
            <a:r>
              <a:rPr lang="en-US" dirty="0"/>
              <a:t> </a:t>
            </a:r>
            <a:r>
              <a:rPr lang="en-US" dirty="0" err="1"/>
              <a:t>tenker</a:t>
            </a:r>
            <a:r>
              <a:rPr lang="en-US" dirty="0"/>
              <a:t> </a:t>
            </a:r>
            <a:r>
              <a:rPr lang="en-US" dirty="0" err="1"/>
              <a:t>jeg</a:t>
            </a:r>
            <a:r>
              <a:rPr lang="en-US" dirty="0"/>
              <a:t> det er Ganske </a:t>
            </a:r>
            <a:r>
              <a:rPr lang="en-US" dirty="0" err="1"/>
              <a:t>rett</a:t>
            </a:r>
            <a:r>
              <a:rPr lang="en-US" dirty="0"/>
              <a:t> </a:t>
            </a:r>
            <a:r>
              <a:rPr lang="en-US" dirty="0" err="1"/>
              <a:t>fram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0940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</a:t>
            </a:r>
            <a:r>
              <a:rPr lang="en-US" dirty="0" err="1"/>
              <a:t>finnes</a:t>
            </a:r>
            <a:r>
              <a:rPr lang="en-US" dirty="0"/>
              <a:t> mange opensource </a:t>
            </a:r>
            <a:r>
              <a:rPr lang="en-US" dirty="0" err="1"/>
              <a:t>prosjekter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git hub, her er det bare å </a:t>
            </a:r>
            <a:r>
              <a:rPr lang="en-US" dirty="0" err="1"/>
              <a:t>laste</a:t>
            </a:r>
            <a:r>
              <a:rPr lang="en-US" dirty="0"/>
              <a:t> </a:t>
            </a:r>
            <a:r>
              <a:rPr lang="en-US" dirty="0" err="1"/>
              <a:t>ned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komme</a:t>
            </a:r>
            <a:r>
              <a:rPr lang="en-US" dirty="0"/>
              <a:t> </a:t>
            </a:r>
            <a:r>
              <a:rPr lang="en-US" dirty="0" err="1"/>
              <a:t>igang</a:t>
            </a:r>
            <a:r>
              <a:rPr lang="en-US" dirty="0"/>
              <a:t>. </a:t>
            </a:r>
          </a:p>
          <a:p>
            <a:r>
              <a:rPr lang="en-US" dirty="0"/>
              <a:t>I </a:t>
            </a:r>
            <a:r>
              <a:rPr lang="en-US" dirty="0" err="1"/>
              <a:t>.net</a:t>
            </a:r>
            <a:r>
              <a:rPr lang="en-US" dirty="0"/>
              <a:t> er det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egen</a:t>
            </a:r>
            <a:r>
              <a:rPr lang="en-US" dirty="0"/>
              <a:t> </a:t>
            </a:r>
            <a:r>
              <a:rPr lang="en-US" dirty="0" err="1"/>
              <a:t>prosjekt</a:t>
            </a:r>
            <a:r>
              <a:rPr lang="en-US" dirty="0"/>
              <a:t>-type for </a:t>
            </a:r>
            <a:r>
              <a:rPr lang="en-US" dirty="0" err="1"/>
              <a:t>dette</a:t>
            </a:r>
            <a:r>
              <a:rPr lang="en-US" dirty="0"/>
              <a:t>. </a:t>
            </a:r>
            <a:r>
              <a:rPr lang="en-US" dirty="0" err="1"/>
              <a:t>Enkelt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greit</a:t>
            </a:r>
            <a:r>
              <a:rPr lang="en-US" dirty="0"/>
              <a:t> </a:t>
            </a:r>
          </a:p>
          <a:p>
            <a:r>
              <a:rPr lang="en-US" dirty="0" err="1"/>
              <a:t>Hovedtanken</a:t>
            </a:r>
            <a:r>
              <a:rPr lang="en-US" dirty="0"/>
              <a:t> min var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stund</a:t>
            </a:r>
            <a:r>
              <a:rPr lang="en-US" dirty="0"/>
              <a:t> å </a:t>
            </a:r>
            <a:r>
              <a:rPr lang="en-US" dirty="0" err="1"/>
              <a:t>lage</a:t>
            </a:r>
            <a:r>
              <a:rPr lang="en-US" dirty="0"/>
              <a:t> et </a:t>
            </a:r>
            <a:r>
              <a:rPr lang="en-US" dirty="0" err="1"/>
              <a:t>.net</a:t>
            </a:r>
            <a:r>
              <a:rPr lang="en-US" dirty="0"/>
              <a:t> </a:t>
            </a:r>
            <a:r>
              <a:rPr lang="en-US" dirty="0" err="1"/>
              <a:t>prosjekt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snakket</a:t>
            </a:r>
            <a:r>
              <a:rPr lang="en-US" dirty="0"/>
              <a:t> med </a:t>
            </a:r>
            <a:r>
              <a:rPr lang="en-US" dirty="0" err="1"/>
              <a:t>pasoe</a:t>
            </a:r>
            <a:r>
              <a:rPr lang="en-US" dirty="0"/>
              <a:t> for </a:t>
            </a:r>
            <a:r>
              <a:rPr lang="en-US" dirty="0" err="1"/>
              <a:t>kommunikasjon</a:t>
            </a:r>
            <a:r>
              <a:rPr lang="en-US" dirty="0"/>
              <a:t>. </a:t>
            </a:r>
          </a:p>
          <a:p>
            <a:r>
              <a:rPr lang="en-US" dirty="0"/>
              <a:t>Men det </a:t>
            </a:r>
            <a:r>
              <a:rPr lang="en-US" dirty="0" err="1"/>
              <a:t>ble</a:t>
            </a:r>
            <a:r>
              <a:rPr lang="en-US" dirty="0"/>
              <a:t> det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noe</a:t>
            </a:r>
            <a:r>
              <a:rPr lang="en-US" dirty="0"/>
              <a:t> av – men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morsom</a:t>
            </a:r>
            <a:r>
              <a:rPr lang="en-US" dirty="0"/>
              <a:t> </a:t>
            </a:r>
            <a:r>
              <a:rPr lang="en-US" dirty="0" err="1"/>
              <a:t>tanke</a:t>
            </a:r>
            <a:r>
              <a:rPr lang="en-US" dirty="0"/>
              <a:t> var det da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231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hva</a:t>
            </a:r>
            <a:r>
              <a:rPr lang="en-US" dirty="0"/>
              <a:t> med progress </a:t>
            </a:r>
            <a:r>
              <a:rPr lang="en-US" dirty="0" err="1"/>
              <a:t>og</a:t>
            </a:r>
            <a:r>
              <a:rPr lang="en-US" dirty="0"/>
              <a:t> MCP – </a:t>
            </a:r>
          </a:p>
          <a:p>
            <a:r>
              <a:rPr lang="en-US" dirty="0"/>
              <a:t>Dette </a:t>
            </a:r>
            <a:r>
              <a:rPr lang="en-US" dirty="0" err="1"/>
              <a:t>kommer</a:t>
            </a:r>
            <a:r>
              <a:rPr lang="en-US" dirty="0"/>
              <a:t> progress </a:t>
            </a:r>
            <a:r>
              <a:rPr lang="en-US" dirty="0" err="1"/>
              <a:t>til</a:t>
            </a:r>
            <a:r>
              <a:rPr lang="en-US" dirty="0"/>
              <a:t> å prate om I </a:t>
            </a:r>
            <a:r>
              <a:rPr lang="en-US" dirty="0" err="1"/>
              <a:t>sessjonen</a:t>
            </a:r>
            <a:r>
              <a:rPr lang="en-US" dirty="0"/>
              <a:t> </a:t>
            </a:r>
            <a:r>
              <a:rPr lang="en-US" dirty="0" err="1"/>
              <a:t>etter</a:t>
            </a:r>
            <a:r>
              <a:rPr lang="en-US" dirty="0"/>
              <a:t> Lunch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jeg</a:t>
            </a:r>
            <a:r>
              <a:rPr lang="en-US" dirty="0"/>
              <a:t> </a:t>
            </a:r>
          </a:p>
          <a:p>
            <a:r>
              <a:rPr lang="en-US" dirty="0" err="1"/>
              <a:t>Generelt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at progress </a:t>
            </a:r>
            <a:r>
              <a:rPr lang="en-US" dirty="0" err="1"/>
              <a:t>har</a:t>
            </a:r>
            <a:r>
              <a:rPr lang="en-US" dirty="0"/>
              <a:t> to “</a:t>
            </a:r>
            <a:r>
              <a:rPr lang="en-US" dirty="0" err="1"/>
              <a:t>produkter</a:t>
            </a:r>
            <a:r>
              <a:rPr lang="en-US" dirty="0"/>
              <a:t>” – </a:t>
            </a:r>
          </a:p>
          <a:p>
            <a:r>
              <a:rPr lang="en-US" dirty="0"/>
              <a:t>MCP – server, MCP connector -&gt; </a:t>
            </a:r>
            <a:r>
              <a:rPr lang="en-US" dirty="0" err="1"/>
              <a:t>hvor</a:t>
            </a:r>
            <a:r>
              <a:rPr lang="en-US" dirty="0"/>
              <a:t> den </a:t>
            </a:r>
            <a:r>
              <a:rPr lang="en-US" dirty="0" err="1"/>
              <a:t>første</a:t>
            </a:r>
            <a:r>
              <a:rPr lang="en-US" dirty="0"/>
              <a:t> handler om </a:t>
            </a:r>
            <a:r>
              <a:rPr lang="en-US" dirty="0" err="1"/>
              <a:t>applikasjon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connector </a:t>
            </a:r>
            <a:r>
              <a:rPr lang="en-US" dirty="0" err="1"/>
              <a:t>som</a:t>
            </a:r>
            <a:r>
              <a:rPr lang="en-US" dirty="0"/>
              <a:t> handler om IDE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285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AFB86-371E-E538-1588-31680FEF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DC41E-49F1-B69F-ABAE-C0BA6A322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ACF54-4910-78CE-700B-BED53B318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hva</a:t>
            </a:r>
            <a:r>
              <a:rPr lang="en-US" dirty="0"/>
              <a:t> er det vi </a:t>
            </a:r>
            <a:r>
              <a:rPr lang="en-US" dirty="0" err="1"/>
              <a:t>trenger</a:t>
            </a:r>
            <a:r>
              <a:rPr lang="en-US" dirty="0"/>
              <a:t> – </a:t>
            </a:r>
          </a:p>
          <a:p>
            <a:r>
              <a:rPr lang="en-US" dirty="0" err="1"/>
              <a:t>Klient</a:t>
            </a:r>
            <a:r>
              <a:rPr lang="en-US" dirty="0"/>
              <a:t> – Server – Tools – </a:t>
            </a:r>
            <a:r>
              <a:rPr lang="en-US" dirty="0" err="1"/>
              <a:t>og</a:t>
            </a:r>
            <a:r>
              <a:rPr lang="en-US" dirty="0"/>
              <a:t> AI LLM </a:t>
            </a:r>
          </a:p>
          <a:p>
            <a:r>
              <a:rPr lang="en-US" dirty="0"/>
              <a:t>Det er </a:t>
            </a:r>
            <a:r>
              <a:rPr lang="en-US" dirty="0" err="1"/>
              <a:t>selfølgelig</a:t>
            </a:r>
            <a:r>
              <a:rPr lang="en-US" dirty="0"/>
              <a:t> mange </a:t>
            </a:r>
            <a:r>
              <a:rPr lang="en-US" dirty="0" err="1"/>
              <a:t>måter</a:t>
            </a:r>
            <a:r>
              <a:rPr lang="en-US" dirty="0"/>
              <a:t> å </a:t>
            </a:r>
            <a:r>
              <a:rPr lang="en-US" dirty="0" err="1"/>
              <a:t>gjøre</a:t>
            </a:r>
            <a:r>
              <a:rPr lang="en-US" dirty="0"/>
              <a:t> </a:t>
            </a:r>
            <a:r>
              <a:rPr lang="en-US" dirty="0" err="1"/>
              <a:t>dette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, </a:t>
            </a:r>
            <a:r>
              <a:rPr lang="en-US" dirty="0" err="1"/>
              <a:t>jeg</a:t>
            </a:r>
            <a:r>
              <a:rPr lang="en-US" dirty="0"/>
              <a:t> </a:t>
            </a:r>
            <a:r>
              <a:rPr lang="en-US" dirty="0" err="1"/>
              <a:t>syntes</a:t>
            </a:r>
            <a:r>
              <a:rPr lang="en-US" dirty="0"/>
              <a:t> det er </a:t>
            </a:r>
            <a:r>
              <a:rPr lang="en-US" dirty="0" err="1"/>
              <a:t>litt</a:t>
            </a:r>
            <a:r>
              <a:rPr lang="en-US" dirty="0"/>
              <a:t> </a:t>
            </a:r>
            <a:r>
              <a:rPr lang="en-US" dirty="0" err="1"/>
              <a:t>artig</a:t>
            </a:r>
            <a:r>
              <a:rPr lang="en-US" dirty="0"/>
              <a:t> å </a:t>
            </a:r>
            <a:r>
              <a:rPr lang="en-US" dirty="0" err="1"/>
              <a:t>utvikle</a:t>
            </a:r>
            <a:r>
              <a:rPr lang="en-US" dirty="0"/>
              <a:t> hele </a:t>
            </a:r>
            <a:r>
              <a:rPr lang="en-US" dirty="0" err="1"/>
              <a:t>serveren</a:t>
            </a:r>
            <a:r>
              <a:rPr lang="en-US" dirty="0"/>
              <a:t> in ABL</a:t>
            </a:r>
          </a:p>
          <a:p>
            <a:r>
              <a:rPr lang="en-US" dirty="0"/>
              <a:t>Progress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sikkert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å </a:t>
            </a:r>
            <a:r>
              <a:rPr lang="en-US" dirty="0" err="1"/>
              <a:t>snakke</a:t>
            </a:r>
            <a:r>
              <a:rPr lang="en-US" dirty="0"/>
              <a:t> om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tilsvarend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dette</a:t>
            </a:r>
            <a:r>
              <a:rPr lang="en-US" dirty="0"/>
              <a:t> </a:t>
            </a:r>
            <a:r>
              <a:rPr lang="en-US" dirty="0" err="1"/>
              <a:t>senere</a:t>
            </a:r>
            <a:r>
              <a:rPr lang="en-US" dirty="0"/>
              <a:t> </a:t>
            </a:r>
            <a:r>
              <a:rPr lang="en-US" dirty="0" err="1"/>
              <a:t>idag</a:t>
            </a:r>
            <a:r>
              <a:rPr lang="en-US" dirty="0"/>
              <a:t> – med et </a:t>
            </a:r>
            <a:r>
              <a:rPr lang="en-US" dirty="0" err="1"/>
              <a:t>litt</a:t>
            </a:r>
            <a:r>
              <a:rPr lang="en-US" dirty="0"/>
              <a:t> </a:t>
            </a:r>
            <a:r>
              <a:rPr lang="en-US" dirty="0" err="1"/>
              <a:t>annet</a:t>
            </a:r>
            <a:r>
              <a:rPr lang="en-US" dirty="0"/>
              <a:t> </a:t>
            </a:r>
            <a:r>
              <a:rPr lang="en-US" dirty="0" err="1"/>
              <a:t>perspektiv</a:t>
            </a:r>
            <a:r>
              <a:rPr lang="en-US" dirty="0"/>
              <a:t> </a:t>
            </a:r>
          </a:p>
          <a:p>
            <a:r>
              <a:rPr lang="en-US" dirty="0"/>
              <a:t>Hele </a:t>
            </a:r>
            <a:r>
              <a:rPr lang="en-US" dirty="0" err="1"/>
              <a:t>poenget</a:t>
            </a:r>
            <a:r>
              <a:rPr lang="en-US" dirty="0"/>
              <a:t> her er at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bruker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IDE – </a:t>
            </a:r>
            <a:r>
              <a:rPr lang="en-US" dirty="0" err="1"/>
              <a:t>eller</a:t>
            </a:r>
            <a:r>
              <a:rPr lang="en-US" dirty="0"/>
              <a:t> windsurf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annet</a:t>
            </a:r>
            <a:r>
              <a:rPr lang="en-US" dirty="0"/>
              <a:t> –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MCP </a:t>
            </a:r>
            <a:r>
              <a:rPr lang="en-US" dirty="0" err="1"/>
              <a:t>klient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støtter</a:t>
            </a:r>
            <a:r>
              <a:rPr lang="en-US" dirty="0"/>
              <a:t> MCP server </a:t>
            </a:r>
          </a:p>
          <a:p>
            <a:r>
              <a:rPr lang="en-US" dirty="0"/>
              <a:t>Kan </a:t>
            </a:r>
            <a:r>
              <a:rPr lang="en-US" dirty="0" err="1"/>
              <a:t>jeg</a:t>
            </a:r>
            <a:r>
              <a:rPr lang="en-US" dirty="0"/>
              <a:t> </a:t>
            </a:r>
            <a:r>
              <a:rPr lang="en-US" dirty="0" err="1"/>
              <a:t>bruke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ChatGPT / Claude </a:t>
            </a:r>
            <a:r>
              <a:rPr lang="en-US" dirty="0" err="1"/>
              <a:t>ol</a:t>
            </a:r>
            <a:r>
              <a:rPr lang="en-US" dirty="0"/>
              <a:t> for å </a:t>
            </a:r>
            <a:r>
              <a:rPr lang="en-US" dirty="0" err="1"/>
              <a:t>utvikle</a:t>
            </a:r>
            <a:r>
              <a:rPr lang="en-US" dirty="0"/>
              <a:t> progress </a:t>
            </a:r>
            <a:r>
              <a:rPr lang="en-US" dirty="0" err="1"/>
              <a:t>abl</a:t>
            </a:r>
            <a:r>
              <a:rPr lang="en-US" dirty="0"/>
              <a:t> tools, </a:t>
            </a:r>
            <a:r>
              <a:rPr lang="en-US" dirty="0" err="1"/>
              <a:t>trenger</a:t>
            </a:r>
            <a:r>
              <a:rPr lang="en-US" dirty="0"/>
              <a:t> </a:t>
            </a:r>
            <a:r>
              <a:rPr lang="en-US" dirty="0" err="1"/>
              <a:t>jeg</a:t>
            </a:r>
            <a:r>
              <a:rPr lang="en-US" dirty="0"/>
              <a:t> å </a:t>
            </a:r>
            <a:r>
              <a:rPr lang="en-US" dirty="0" err="1"/>
              <a:t>vite</a:t>
            </a:r>
            <a:r>
              <a:rPr lang="en-US" dirty="0"/>
              <a:t>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helst</a:t>
            </a:r>
            <a:r>
              <a:rPr lang="en-US" dirty="0"/>
              <a:t> om ABL </a:t>
            </a:r>
            <a:r>
              <a:rPr lang="en-US" dirty="0" err="1"/>
              <a:t>språket</a:t>
            </a:r>
            <a:r>
              <a:rPr lang="en-US" dirty="0"/>
              <a:t> I det hele tatt </a:t>
            </a:r>
          </a:p>
          <a:p>
            <a:r>
              <a:rPr lang="en-US" dirty="0"/>
              <a:t>Det er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effektiv</a:t>
            </a:r>
            <a:r>
              <a:rPr lang="en-US" dirty="0"/>
              <a:t> </a:t>
            </a:r>
            <a:r>
              <a:rPr lang="en-US" dirty="0" err="1"/>
              <a:t>måte</a:t>
            </a:r>
            <a:r>
              <a:rPr lang="en-US" dirty="0"/>
              <a:t> å </a:t>
            </a:r>
            <a:r>
              <a:rPr lang="en-US" dirty="0" err="1"/>
              <a:t>utvikle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– men </a:t>
            </a:r>
            <a:r>
              <a:rPr lang="en-US" dirty="0" err="1"/>
              <a:t>litt</a:t>
            </a:r>
            <a:r>
              <a:rPr lang="en-US" dirty="0"/>
              <a:t> </a:t>
            </a:r>
            <a:r>
              <a:rPr lang="en-US" dirty="0" err="1"/>
              <a:t>artig</a:t>
            </a:r>
            <a:r>
              <a:rPr lang="en-US" dirty="0"/>
              <a:t> </a:t>
            </a:r>
            <a:r>
              <a:rPr lang="en-US" dirty="0" err="1"/>
              <a:t>tenker</a:t>
            </a:r>
            <a:r>
              <a:rPr lang="en-US" dirty="0"/>
              <a:t> </a:t>
            </a:r>
            <a:r>
              <a:rPr lang="en-US" dirty="0" err="1"/>
              <a:t>nå</a:t>
            </a:r>
            <a:r>
              <a:rPr lang="en-US" dirty="0"/>
              <a:t> </a:t>
            </a:r>
            <a:r>
              <a:rPr lang="en-US" dirty="0" err="1"/>
              <a:t>jeg</a:t>
            </a:r>
            <a:r>
              <a:rPr lang="en-US" dirty="0"/>
              <a:t> da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AC859-FF8F-C9C5-BFF0-D90FC0BE2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968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E172D-036B-ED29-6835-A4B88E86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9F936-CD74-77BC-0CEF-649381FF5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FBFF2-1141-CC04-E531-996930ED7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  <a:p>
            <a:r>
              <a:rPr lang="nb-NO" b="1" dirty="0"/>
              <a:t>1. IDE-assistanse og daglig koding</a:t>
            </a:r>
            <a:r>
              <a:rPr lang="nb-NO" dirty="0"/>
              <a:t> — det innerste, mest konkrete laget. Her snakker vi om ting som GitHub Copilot, Cursor og Claude Code som gir kodehjelp direkte der du skriver. AI-chatten i editoren lar deg stille spørsmål, refaktorere og forstå ukjent kode. Debugging-støtten analyserer stack traces og foreslår rettinger.</a:t>
            </a:r>
          </a:p>
          <a:p>
            <a:r>
              <a:rPr lang="nb-NO" b="1" dirty="0"/>
              <a:t>2. AI i kodeflyt og pipeline</a:t>
            </a:r>
            <a:r>
              <a:rPr lang="nb-NO" dirty="0"/>
              <a:t> — det midterste laget. Her handler det om å integrere AI i selve utviklingsprosessen: automatisk kodegjennomgang i pull requests, generering av tester, oppdatering av dokumentasjon, og sjekker i CI/CD-pipelinen. AI her er ikke en assistent du snakker med, men en aktiv deltaker i byggeprosessen.</a:t>
            </a:r>
          </a:p>
          <a:p>
            <a:r>
              <a:rPr lang="nb-NO" b="1" dirty="0"/>
              <a:t>3. Arkitektur og produktperspektivet</a:t>
            </a:r>
            <a:r>
              <a:rPr lang="nb-NO" dirty="0"/>
              <a:t> — det ytterste laget handler om valg man tar på et høyere nivå: Skal appen kalle en LLM direkte via API (Anthropic, OpenAI osv.)? Skal man bruke RAG for å gi modellen tilgang til egne data? Skal man bygge agenter som kan utføre flertrinnsoppgaver autonomt med verktøy og MCP?</a:t>
            </a:r>
          </a:p>
          <a:p>
            <a:endParaRPr lang="nb-NO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EC1D2-C158-BE4D-4260-70E000595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520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dirty="0">
                <a:effectLst/>
              </a:rPr>
              <a:t>Men hva hvis vi bruker en LLM / Chat gpt som utviklingsverktøy uten IDE osv er det mulig. </a:t>
            </a:r>
          </a:p>
          <a:p>
            <a:r>
              <a:rPr lang="nb-NO" b="1" dirty="0">
                <a:effectLst/>
              </a:rPr>
              <a:t>Vi lager nye dynamiske «tools» ved hjelp av Claude Desktop ol. </a:t>
            </a:r>
          </a:p>
          <a:p>
            <a:r>
              <a:rPr lang="nb-NO" b="1" dirty="0">
                <a:effectLst/>
              </a:rPr>
              <a:t>Er det mulig </a:t>
            </a:r>
          </a:p>
          <a:p>
            <a:endParaRPr lang="nb-NO" b="1" dirty="0">
              <a:effectLst/>
            </a:endParaRPr>
          </a:p>
          <a:p>
            <a:endParaRPr lang="nb-NO" b="1" dirty="0">
              <a:effectLst/>
            </a:endParaRPr>
          </a:p>
          <a:p>
            <a:r>
              <a:rPr lang="nb-NO" b="1" dirty="0">
                <a:effectLst/>
              </a:rPr>
              <a:t>Verktøy-perspektivet (innerst lag):</a:t>
            </a:r>
            <a:r>
              <a:rPr lang="nb-NO" dirty="0">
                <a:effectLst/>
              </a:rPr>
              <a:t> For deg som utvikler er dette det kraftigste personlige arbeidsverktøyet du kan bygge — du har skreddersydd Claude Desktop til å forstå din egen kontekst, dine systemer, dine behov. Ingen off-the-shelf MCP gjør akkurat det din gjør.</a:t>
            </a:r>
          </a:p>
          <a:p>
            <a:r>
              <a:rPr lang="nb-NO" b="1" dirty="0">
                <a:effectLst/>
              </a:rPr>
              <a:t>Kapabilitet-perspektivet (du bygger):</a:t>
            </a:r>
            <a:r>
              <a:rPr lang="nb-NO" dirty="0">
                <a:effectLst/>
              </a:rPr>
              <a:t> 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create_tool()</a:t>
            </a:r>
            <a:r>
              <a:rPr lang="nb-NO" dirty="0">
                <a:effectLst/>
              </a:rPr>
              <a:t> er ikke bare en funksjon — det er infrastruktur. Du har skrevet kode som Claude kaller for å utvide sin egen verktøykasse i sanntid. Det er en kapabilitet som kan distribueres, versjoneres og vedlikeholdes som hvilken som helst annen softwarekomponent.</a:t>
            </a:r>
          </a:p>
          <a:p>
            <a:r>
              <a:rPr lang="nb-NO" b="1" dirty="0">
                <a:effectLst/>
              </a:rPr>
              <a:t>Meta-nivået (det genuint nye):</a:t>
            </a:r>
            <a:r>
              <a:rPr lang="nb-NO" dirty="0">
                <a:effectLst/>
              </a:rPr>
              <a:t> Her er det virkelig interessante. Pilen fra Claude til 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create_tool()</a:t>
            </a:r>
            <a:r>
              <a:rPr lang="nb-NO" dirty="0">
                <a:effectLst/>
              </a:rPr>
              <a:t> og tilbake til tool-registeret er en lukket sløyfe der Claude bruker et tool for å produsere nye tools den selv kan bruke. Det er ikke lenger bare "AI som assistent" eller "AI som kapabilitet" — det er AI som aktiv deltaker i å designe sin egen verktøykasse. Dette er ganske nær det som kalles </a:t>
            </a:r>
            <a:r>
              <a:rPr lang="nb-NO" i="1" dirty="0">
                <a:effectLst/>
              </a:rPr>
              <a:t>agentic self-extension</a:t>
            </a:r>
            <a:r>
              <a:rPr lang="nb-NO" dirty="0">
                <a:effectLst/>
              </a:rPr>
              <a:t>.</a:t>
            </a:r>
          </a:p>
          <a:p>
            <a:r>
              <a:rPr lang="nb-NO" b="1" dirty="0">
                <a:effectLst/>
              </a:rPr>
              <a:t>Det arkitekturmessige problemet:</a:t>
            </a:r>
            <a:r>
              <a:rPr lang="nb-NO" dirty="0">
                <a:effectLst/>
              </a:rPr>
              <a:t> Tools du genererer dynamisk lever i minnet og forsvinner når serveren restartes. Det betyr at 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create_tool()</a:t>
            </a:r>
            <a:r>
              <a:rPr lang="nb-NO" dirty="0">
                <a:effectLst/>
              </a:rPr>
              <a:t> egentlig er en generator for midlertidig kapabilitet. Vil du gjøre disse toolsene permanente, trenger du en persistensstrategi — enten at toolsene skrives til en fil som lastes ved oppstart, eller at de kompileres til selve MCP-kodebasen via en egen 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publish_tool()</a:t>
            </a:r>
            <a:r>
              <a:rPr lang="nb-NO" dirty="0">
                <a:effectLst/>
              </a:rPr>
              <a:t>-mekanisme.</a:t>
            </a:r>
          </a:p>
          <a:p>
            <a:r>
              <a:rPr lang="nb-NO" b="1" dirty="0">
                <a:effectLst/>
              </a:rPr>
              <a:t>Distribusjons-perspektivet:</a:t>
            </a:r>
            <a:r>
              <a:rPr lang="nb-NO" dirty="0">
                <a:effectLst/>
              </a:rPr>
              <a:t> Din MCP er i dag bare plugget inn i din Claude Desktop. Men det du har bygget er potensielt noe andre utviklere ville betalt for — en "tool factory" MCP som enhver Claude Desktop-bruker kunne installert. Det plasserer deg i et nytt lag: ikke bare bruker og bygger, men </a:t>
            </a:r>
            <a:r>
              <a:rPr lang="nb-NO" i="1" dirty="0">
                <a:effectLst/>
              </a:rPr>
              <a:t>platformleverandør</a:t>
            </a:r>
            <a:r>
              <a:rPr lang="nb-NO" dirty="0">
                <a:effectLst/>
              </a:rPr>
              <a:t> for andre AI-brukere.</a:t>
            </a:r>
          </a:p>
          <a:p>
            <a:r>
              <a:rPr lang="nb-NO" dirty="0">
                <a:effectLst/>
              </a:rPr>
              <a:t>Hva er det 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create_tool()</a:t>
            </a:r>
            <a:r>
              <a:rPr lang="nb-NO" dirty="0">
                <a:effectLst/>
              </a:rPr>
              <a:t> faktisk gjør under panseret — genererer den kode, JSON-skjema, begge deler? Det avgjør ganske mye om hvilke perspektiver </a:t>
            </a:r>
          </a:p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6022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9BDE9-AF97-A721-46AF-DCE2832F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E736E-C061-736E-5595-73A8946A0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34E02-17C8-39C2-D816-73EE9A17D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er det store </a:t>
            </a:r>
            <a:r>
              <a:rPr lang="en-US" dirty="0" err="1"/>
              <a:t>spørsmålet</a:t>
            </a:r>
            <a:r>
              <a:rPr lang="en-US" dirty="0"/>
              <a:t> KAN vi </a:t>
            </a:r>
            <a:r>
              <a:rPr lang="en-US" dirty="0" err="1"/>
              <a:t>utvikle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MCP server med </a:t>
            </a:r>
            <a:r>
              <a:rPr lang="en-US" dirty="0" err="1"/>
              <a:t>abl</a:t>
            </a:r>
            <a:r>
              <a:rPr lang="en-US" dirty="0"/>
              <a:t> </a:t>
            </a:r>
            <a:r>
              <a:rPr lang="en-US" dirty="0" err="1"/>
              <a:t>webhandlers</a:t>
            </a:r>
            <a:r>
              <a:rPr lang="en-US" dirty="0"/>
              <a:t>. Kan AI </a:t>
            </a:r>
            <a:r>
              <a:rPr lang="en-US" dirty="0" err="1"/>
              <a:t>utvikle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full MCP server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pluggin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IDE </a:t>
            </a:r>
            <a:r>
              <a:rPr lang="en-US" dirty="0" err="1"/>
              <a:t>ol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52DAA-3B2A-F4E5-4F8D-DFD024D1F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568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AFB86-371E-E538-1588-31680FEF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DC41E-49F1-B69F-ABAE-C0BA6A322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ACF54-4910-78CE-700B-BED53B318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hva</a:t>
            </a:r>
            <a:r>
              <a:rPr lang="en-US" dirty="0"/>
              <a:t> er det vi </a:t>
            </a:r>
            <a:r>
              <a:rPr lang="en-US" dirty="0" err="1"/>
              <a:t>trenger</a:t>
            </a:r>
            <a:r>
              <a:rPr lang="en-US" dirty="0"/>
              <a:t> – </a:t>
            </a:r>
          </a:p>
          <a:p>
            <a:r>
              <a:rPr lang="en-US" dirty="0" err="1"/>
              <a:t>Klient</a:t>
            </a:r>
            <a:r>
              <a:rPr lang="en-US" dirty="0"/>
              <a:t> – Server – Tools – </a:t>
            </a:r>
            <a:r>
              <a:rPr lang="en-US" dirty="0" err="1"/>
              <a:t>og</a:t>
            </a:r>
            <a:r>
              <a:rPr lang="en-US" dirty="0"/>
              <a:t> AI LLM </a:t>
            </a:r>
          </a:p>
          <a:p>
            <a:r>
              <a:rPr lang="en-US" dirty="0"/>
              <a:t>Det er </a:t>
            </a:r>
            <a:r>
              <a:rPr lang="en-US" dirty="0" err="1"/>
              <a:t>selfølgelig</a:t>
            </a:r>
            <a:r>
              <a:rPr lang="en-US" dirty="0"/>
              <a:t> mange </a:t>
            </a:r>
            <a:r>
              <a:rPr lang="en-US" dirty="0" err="1"/>
              <a:t>måter</a:t>
            </a:r>
            <a:r>
              <a:rPr lang="en-US" dirty="0"/>
              <a:t> å </a:t>
            </a:r>
            <a:r>
              <a:rPr lang="en-US" dirty="0" err="1"/>
              <a:t>gjøre</a:t>
            </a:r>
            <a:r>
              <a:rPr lang="en-US" dirty="0"/>
              <a:t> </a:t>
            </a:r>
            <a:r>
              <a:rPr lang="en-US" dirty="0" err="1"/>
              <a:t>dette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, </a:t>
            </a:r>
            <a:r>
              <a:rPr lang="en-US" dirty="0" err="1"/>
              <a:t>jeg</a:t>
            </a:r>
            <a:r>
              <a:rPr lang="en-US" dirty="0"/>
              <a:t> </a:t>
            </a:r>
            <a:r>
              <a:rPr lang="en-US" dirty="0" err="1"/>
              <a:t>syntes</a:t>
            </a:r>
            <a:r>
              <a:rPr lang="en-US" dirty="0"/>
              <a:t> det er </a:t>
            </a:r>
            <a:r>
              <a:rPr lang="en-US" dirty="0" err="1"/>
              <a:t>litt</a:t>
            </a:r>
            <a:r>
              <a:rPr lang="en-US" dirty="0"/>
              <a:t> </a:t>
            </a:r>
            <a:r>
              <a:rPr lang="en-US" dirty="0" err="1"/>
              <a:t>artig</a:t>
            </a:r>
            <a:r>
              <a:rPr lang="en-US" dirty="0"/>
              <a:t> å </a:t>
            </a:r>
            <a:r>
              <a:rPr lang="en-US" dirty="0" err="1"/>
              <a:t>utvikle</a:t>
            </a:r>
            <a:r>
              <a:rPr lang="en-US" dirty="0"/>
              <a:t> hele </a:t>
            </a:r>
            <a:r>
              <a:rPr lang="en-US" dirty="0" err="1"/>
              <a:t>serveren</a:t>
            </a:r>
            <a:r>
              <a:rPr lang="en-US" dirty="0"/>
              <a:t> in ABL</a:t>
            </a:r>
          </a:p>
          <a:p>
            <a:r>
              <a:rPr lang="en-US" dirty="0"/>
              <a:t>Progress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sikkert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å </a:t>
            </a:r>
            <a:r>
              <a:rPr lang="en-US" dirty="0" err="1"/>
              <a:t>snakke</a:t>
            </a:r>
            <a:r>
              <a:rPr lang="en-US" dirty="0"/>
              <a:t> om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tilsvarend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dette</a:t>
            </a:r>
            <a:r>
              <a:rPr lang="en-US" dirty="0"/>
              <a:t> </a:t>
            </a:r>
            <a:r>
              <a:rPr lang="en-US" dirty="0" err="1"/>
              <a:t>senere</a:t>
            </a:r>
            <a:r>
              <a:rPr lang="en-US" dirty="0"/>
              <a:t> </a:t>
            </a:r>
            <a:r>
              <a:rPr lang="en-US" dirty="0" err="1"/>
              <a:t>idag</a:t>
            </a:r>
            <a:r>
              <a:rPr lang="en-US" dirty="0"/>
              <a:t> – med et </a:t>
            </a:r>
            <a:r>
              <a:rPr lang="en-US" dirty="0" err="1"/>
              <a:t>litt</a:t>
            </a:r>
            <a:r>
              <a:rPr lang="en-US" dirty="0"/>
              <a:t> </a:t>
            </a:r>
            <a:r>
              <a:rPr lang="en-US" dirty="0" err="1"/>
              <a:t>annet</a:t>
            </a:r>
            <a:r>
              <a:rPr lang="en-US" dirty="0"/>
              <a:t> </a:t>
            </a:r>
            <a:r>
              <a:rPr lang="en-US" dirty="0" err="1"/>
              <a:t>perspektiv</a:t>
            </a:r>
            <a:r>
              <a:rPr lang="en-US" dirty="0"/>
              <a:t> </a:t>
            </a:r>
          </a:p>
          <a:p>
            <a:r>
              <a:rPr lang="en-US" dirty="0"/>
              <a:t>Hele </a:t>
            </a:r>
            <a:r>
              <a:rPr lang="en-US" dirty="0" err="1"/>
              <a:t>poenget</a:t>
            </a:r>
            <a:r>
              <a:rPr lang="en-US" dirty="0"/>
              <a:t> her er at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bruker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IDE – </a:t>
            </a:r>
            <a:r>
              <a:rPr lang="en-US" dirty="0" err="1"/>
              <a:t>eller</a:t>
            </a:r>
            <a:r>
              <a:rPr lang="en-US" dirty="0"/>
              <a:t> windsurf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annet</a:t>
            </a:r>
            <a:r>
              <a:rPr lang="en-US" dirty="0"/>
              <a:t> –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MCP </a:t>
            </a:r>
            <a:r>
              <a:rPr lang="en-US" dirty="0" err="1"/>
              <a:t>klient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støtter</a:t>
            </a:r>
            <a:r>
              <a:rPr lang="en-US" dirty="0"/>
              <a:t> MCP server </a:t>
            </a:r>
          </a:p>
          <a:p>
            <a:r>
              <a:rPr lang="en-US" dirty="0"/>
              <a:t>Kan </a:t>
            </a:r>
            <a:r>
              <a:rPr lang="en-US" dirty="0" err="1"/>
              <a:t>jeg</a:t>
            </a:r>
            <a:r>
              <a:rPr lang="en-US" dirty="0"/>
              <a:t> </a:t>
            </a:r>
            <a:r>
              <a:rPr lang="en-US" dirty="0" err="1"/>
              <a:t>bruke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ChatGPT / Claude </a:t>
            </a:r>
            <a:r>
              <a:rPr lang="en-US" dirty="0" err="1"/>
              <a:t>ol</a:t>
            </a:r>
            <a:r>
              <a:rPr lang="en-US" dirty="0"/>
              <a:t> for å </a:t>
            </a:r>
            <a:r>
              <a:rPr lang="en-US" dirty="0" err="1"/>
              <a:t>utvikle</a:t>
            </a:r>
            <a:r>
              <a:rPr lang="en-US" dirty="0"/>
              <a:t> progress </a:t>
            </a:r>
            <a:r>
              <a:rPr lang="en-US" dirty="0" err="1"/>
              <a:t>abl</a:t>
            </a:r>
            <a:r>
              <a:rPr lang="en-US" dirty="0"/>
              <a:t> tools, </a:t>
            </a:r>
            <a:r>
              <a:rPr lang="en-US" dirty="0" err="1"/>
              <a:t>trenger</a:t>
            </a:r>
            <a:r>
              <a:rPr lang="en-US" dirty="0"/>
              <a:t> </a:t>
            </a:r>
            <a:r>
              <a:rPr lang="en-US" dirty="0" err="1"/>
              <a:t>jeg</a:t>
            </a:r>
            <a:r>
              <a:rPr lang="en-US" dirty="0"/>
              <a:t> å </a:t>
            </a:r>
            <a:r>
              <a:rPr lang="en-US" dirty="0" err="1"/>
              <a:t>vite</a:t>
            </a:r>
            <a:r>
              <a:rPr lang="en-US" dirty="0"/>
              <a:t>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helst</a:t>
            </a:r>
            <a:r>
              <a:rPr lang="en-US" dirty="0"/>
              <a:t> om ABL </a:t>
            </a:r>
            <a:r>
              <a:rPr lang="en-US" dirty="0" err="1"/>
              <a:t>språket</a:t>
            </a:r>
            <a:r>
              <a:rPr lang="en-US" dirty="0"/>
              <a:t> I det hele tatt </a:t>
            </a:r>
          </a:p>
          <a:p>
            <a:r>
              <a:rPr lang="en-US" dirty="0"/>
              <a:t>Det er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effektiv</a:t>
            </a:r>
            <a:r>
              <a:rPr lang="en-US" dirty="0"/>
              <a:t> </a:t>
            </a:r>
            <a:r>
              <a:rPr lang="en-US" dirty="0" err="1"/>
              <a:t>måte</a:t>
            </a:r>
            <a:r>
              <a:rPr lang="en-US" dirty="0"/>
              <a:t> å </a:t>
            </a:r>
            <a:r>
              <a:rPr lang="en-US" dirty="0" err="1"/>
              <a:t>utvikle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– men </a:t>
            </a:r>
            <a:r>
              <a:rPr lang="en-US" dirty="0" err="1"/>
              <a:t>litt</a:t>
            </a:r>
            <a:r>
              <a:rPr lang="en-US" dirty="0"/>
              <a:t> </a:t>
            </a:r>
            <a:r>
              <a:rPr lang="en-US" dirty="0" err="1"/>
              <a:t>artig</a:t>
            </a:r>
            <a:r>
              <a:rPr lang="en-US" dirty="0"/>
              <a:t> </a:t>
            </a:r>
            <a:r>
              <a:rPr lang="en-US" dirty="0" err="1"/>
              <a:t>tenker</a:t>
            </a:r>
            <a:r>
              <a:rPr lang="en-US" dirty="0"/>
              <a:t> </a:t>
            </a:r>
            <a:r>
              <a:rPr lang="en-US" dirty="0" err="1"/>
              <a:t>nå</a:t>
            </a:r>
            <a:r>
              <a:rPr lang="en-US" dirty="0"/>
              <a:t> </a:t>
            </a:r>
            <a:r>
              <a:rPr lang="en-US" dirty="0" err="1"/>
              <a:t>jeg</a:t>
            </a:r>
            <a:r>
              <a:rPr lang="en-US" dirty="0"/>
              <a:t> da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AC859-FF8F-C9C5-BFF0-D90FC0BE2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968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  <a:p>
            <a:endParaRPr lang="nb-NO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16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DA92-77C7-BA99-4F1A-11680CFA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5C828-327F-C13D-8327-661CB2C6D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8443F-2DC1-812A-1AC0-AFF7E027C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  <a:p>
            <a:endParaRPr lang="nb-NO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CD070-5B12-A9F6-C50B-6B96FF002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9965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5465C-FE45-3FFC-D5D0-278C62BF4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D457A9E0-745F-06A7-0C22-B9B397DF2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ED92D838-EE4E-D389-965B-A0DF6484D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8A9548F-03FB-B2F4-D5C3-70261DBC5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31C13-1C4E-4D5F-B42F-00705E3179F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535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478367" y="358775"/>
            <a:ext cx="11228918" cy="0"/>
          </a:xfrm>
          <a:prstGeom prst="line">
            <a:avLst/>
          </a:prstGeom>
          <a:noFill/>
          <a:ln w="9525">
            <a:solidFill>
              <a:srgbClr val="CD292B"/>
            </a:solidFill>
            <a:prstDash val="dash"/>
            <a:round/>
            <a:headEnd/>
            <a:tailEnd/>
          </a:ln>
        </p:spPr>
        <p:txBody>
          <a:bodyPr wrap="none" lIns="91596" tIns="45798" rIns="91596" bIns="45798" anchor="ctr"/>
          <a:lstStyle/>
          <a:p>
            <a:pPr>
              <a:defRPr/>
            </a:pPr>
            <a:endParaRPr lang="nb-NO" sz="1626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478367" y="6494463"/>
            <a:ext cx="11228918" cy="0"/>
          </a:xfrm>
          <a:prstGeom prst="line">
            <a:avLst/>
          </a:prstGeom>
          <a:noFill/>
          <a:ln w="9525">
            <a:solidFill>
              <a:srgbClr val="CD292B"/>
            </a:solidFill>
            <a:prstDash val="dash"/>
            <a:round/>
            <a:headEnd/>
            <a:tailEnd/>
          </a:ln>
        </p:spPr>
        <p:txBody>
          <a:bodyPr wrap="none" lIns="91596" tIns="45798" rIns="91596" bIns="45798" anchor="ctr"/>
          <a:lstStyle/>
          <a:p>
            <a:pPr>
              <a:defRPr/>
            </a:pPr>
            <a:endParaRPr lang="nb-NO" sz="1626"/>
          </a:p>
        </p:txBody>
      </p:sp>
      <p:pic>
        <p:nvPicPr>
          <p:cNvPr id="6" name="Picture 8" descr="Proventus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66465" y="563564"/>
            <a:ext cx="1532352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98034" y="2338388"/>
            <a:ext cx="10509251" cy="539750"/>
          </a:xfrm>
        </p:spPr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3067" y="3057526"/>
            <a:ext cx="10509251" cy="533400"/>
          </a:xfrm>
        </p:spPr>
        <p:txBody>
          <a:bodyPr/>
          <a:lstStyle>
            <a:lvl1pPr marL="0" indent="0">
              <a:buFontTx/>
              <a:buNone/>
              <a:defRPr sz="2440"/>
            </a:lvl1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51C6A6DF-4418-4606-83DA-5B1145EDCC02}" type="datetime1">
              <a:rPr lang="nb-NO" smtClean="0"/>
              <a:t>21.03.2026</a:t>
            </a:fld>
            <a:endParaRPr lang="nb-N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7846485" y="6567488"/>
            <a:ext cx="3860800" cy="179387"/>
          </a:xfrm>
        </p:spPr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5154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92799A42-B941-4162-94F4-B95EF6104C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0114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92799A42-B941-4162-94F4-B95EF6104C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F8BDCF5C-B94D-466E-BEA1-B514B797FC14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sz="3614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enev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198034" y="489268"/>
            <a:ext cx="10509251" cy="539750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67AA43F4-676B-465F-8643-06EF6EE2DAED}" type="datetime1">
              <a:rPr lang="nb-NO" smtClean="0"/>
              <a:t>21.03.2026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9501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200" cy="1362075"/>
          </a:xfrm>
        </p:spPr>
        <p:txBody>
          <a:bodyPr/>
          <a:lstStyle>
            <a:lvl1pPr algn="l">
              <a:defRPr sz="3976" b="1" cap="all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63083" y="2906714"/>
            <a:ext cx="10363200" cy="1500187"/>
          </a:xfrm>
        </p:spPr>
        <p:txBody>
          <a:bodyPr anchor="b"/>
          <a:lstStyle>
            <a:lvl1pPr marL="0" indent="0">
              <a:buNone/>
              <a:defRPr sz="1988"/>
            </a:lvl1pPr>
            <a:lvl2pPr marL="457991" indent="0">
              <a:buNone/>
              <a:defRPr sz="1807"/>
            </a:lvl2pPr>
            <a:lvl3pPr marL="915983" indent="0">
              <a:buNone/>
              <a:defRPr sz="1626"/>
            </a:lvl3pPr>
            <a:lvl4pPr marL="1373974" indent="0">
              <a:buNone/>
              <a:defRPr sz="1446"/>
            </a:lvl4pPr>
            <a:lvl5pPr marL="1831966" indent="0">
              <a:buNone/>
              <a:defRPr sz="1446"/>
            </a:lvl5pPr>
            <a:lvl6pPr marL="2289957" indent="0">
              <a:buNone/>
              <a:defRPr sz="1446"/>
            </a:lvl6pPr>
            <a:lvl7pPr marL="2747949" indent="0">
              <a:buNone/>
              <a:defRPr sz="1446"/>
            </a:lvl7pPr>
            <a:lvl8pPr marL="3205939" indent="0">
              <a:buNone/>
              <a:defRPr sz="1446"/>
            </a:lvl8pPr>
            <a:lvl9pPr marL="3663931" indent="0">
              <a:buNone/>
              <a:defRPr sz="1446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CEFE6093-AD65-4357-835F-69E7E8A014F5}" type="datetime1">
              <a:rPr lang="nb-NO" smtClean="0"/>
              <a:t>21.03.2026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8359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1198034" y="2085976"/>
            <a:ext cx="5151967" cy="4114800"/>
          </a:xfrm>
        </p:spPr>
        <p:txBody>
          <a:bodyPr/>
          <a:lstStyle>
            <a:lvl1pPr>
              <a:defRPr sz="2801"/>
            </a:lvl1pPr>
            <a:lvl2pPr>
              <a:defRPr sz="2440"/>
            </a:lvl2pPr>
            <a:lvl3pPr>
              <a:defRPr sz="1988"/>
            </a:lvl3pPr>
            <a:lvl4pPr>
              <a:defRPr sz="1807"/>
            </a:lvl4pPr>
            <a:lvl5pPr>
              <a:defRPr sz="1807"/>
            </a:lvl5pPr>
            <a:lvl6pPr>
              <a:defRPr sz="1807"/>
            </a:lvl6pPr>
            <a:lvl7pPr>
              <a:defRPr sz="1807"/>
            </a:lvl7pPr>
            <a:lvl8pPr>
              <a:defRPr sz="1807"/>
            </a:lvl8pPr>
            <a:lvl9pPr>
              <a:defRPr sz="1807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553201" y="2085976"/>
            <a:ext cx="5154084" cy="4114800"/>
          </a:xfrm>
        </p:spPr>
        <p:txBody>
          <a:bodyPr/>
          <a:lstStyle>
            <a:lvl1pPr>
              <a:defRPr sz="2801"/>
            </a:lvl1pPr>
            <a:lvl2pPr>
              <a:defRPr sz="2440"/>
            </a:lvl2pPr>
            <a:lvl3pPr>
              <a:defRPr sz="1988"/>
            </a:lvl3pPr>
            <a:lvl4pPr>
              <a:defRPr sz="1807"/>
            </a:lvl4pPr>
            <a:lvl5pPr>
              <a:defRPr sz="1807"/>
            </a:lvl5pPr>
            <a:lvl6pPr>
              <a:defRPr sz="1807"/>
            </a:lvl6pPr>
            <a:lvl7pPr>
              <a:defRPr sz="1807"/>
            </a:lvl7pPr>
            <a:lvl8pPr>
              <a:defRPr sz="1807"/>
            </a:lvl8pPr>
            <a:lvl9pPr>
              <a:defRPr sz="1807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BD60799C-D384-4883-B4B7-116F923EC5E7}" type="datetime1">
              <a:rPr lang="nb-NO" smtClean="0"/>
              <a:t>21.03.2026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53784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609601" y="1535114"/>
            <a:ext cx="5386917" cy="639762"/>
          </a:xfrm>
        </p:spPr>
        <p:txBody>
          <a:bodyPr anchor="b"/>
          <a:lstStyle>
            <a:lvl1pPr marL="0" indent="0">
              <a:buNone/>
              <a:defRPr sz="2440" b="1"/>
            </a:lvl1pPr>
            <a:lvl2pPr marL="457991" indent="0">
              <a:buNone/>
              <a:defRPr sz="1988" b="1"/>
            </a:lvl2pPr>
            <a:lvl3pPr marL="915983" indent="0">
              <a:buNone/>
              <a:defRPr sz="1807" b="1"/>
            </a:lvl3pPr>
            <a:lvl4pPr marL="1373974" indent="0">
              <a:buNone/>
              <a:defRPr sz="1626" b="1"/>
            </a:lvl4pPr>
            <a:lvl5pPr marL="1831966" indent="0">
              <a:buNone/>
              <a:defRPr sz="1626" b="1"/>
            </a:lvl5pPr>
            <a:lvl6pPr marL="2289957" indent="0">
              <a:buNone/>
              <a:defRPr sz="1626" b="1"/>
            </a:lvl6pPr>
            <a:lvl7pPr marL="2747949" indent="0">
              <a:buNone/>
              <a:defRPr sz="1626" b="1"/>
            </a:lvl7pPr>
            <a:lvl8pPr marL="3205939" indent="0">
              <a:buNone/>
              <a:defRPr sz="1626" b="1"/>
            </a:lvl8pPr>
            <a:lvl9pPr marL="3663931" indent="0">
              <a:buNone/>
              <a:defRPr sz="1626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440"/>
            </a:lvl1pPr>
            <a:lvl2pPr>
              <a:defRPr sz="1988"/>
            </a:lvl2pPr>
            <a:lvl3pPr>
              <a:defRPr sz="1807"/>
            </a:lvl3pPr>
            <a:lvl4pPr>
              <a:defRPr sz="1626"/>
            </a:lvl4pPr>
            <a:lvl5pPr>
              <a:defRPr sz="1626"/>
            </a:lvl5pPr>
            <a:lvl6pPr>
              <a:defRPr sz="1626"/>
            </a:lvl6pPr>
            <a:lvl7pPr>
              <a:defRPr sz="1626"/>
            </a:lvl7pPr>
            <a:lvl8pPr>
              <a:defRPr sz="1626"/>
            </a:lvl8pPr>
            <a:lvl9pPr>
              <a:defRPr sz="1626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93368" y="1535114"/>
            <a:ext cx="5389033" cy="639762"/>
          </a:xfrm>
        </p:spPr>
        <p:txBody>
          <a:bodyPr anchor="b"/>
          <a:lstStyle>
            <a:lvl1pPr marL="0" indent="0">
              <a:buNone/>
              <a:defRPr sz="2440" b="1"/>
            </a:lvl1pPr>
            <a:lvl2pPr marL="457991" indent="0">
              <a:buNone/>
              <a:defRPr sz="1988" b="1"/>
            </a:lvl2pPr>
            <a:lvl3pPr marL="915983" indent="0">
              <a:buNone/>
              <a:defRPr sz="1807" b="1"/>
            </a:lvl3pPr>
            <a:lvl4pPr marL="1373974" indent="0">
              <a:buNone/>
              <a:defRPr sz="1626" b="1"/>
            </a:lvl4pPr>
            <a:lvl5pPr marL="1831966" indent="0">
              <a:buNone/>
              <a:defRPr sz="1626" b="1"/>
            </a:lvl5pPr>
            <a:lvl6pPr marL="2289957" indent="0">
              <a:buNone/>
              <a:defRPr sz="1626" b="1"/>
            </a:lvl6pPr>
            <a:lvl7pPr marL="2747949" indent="0">
              <a:buNone/>
              <a:defRPr sz="1626" b="1"/>
            </a:lvl7pPr>
            <a:lvl8pPr marL="3205939" indent="0">
              <a:buNone/>
              <a:defRPr sz="1626" b="1"/>
            </a:lvl8pPr>
            <a:lvl9pPr marL="3663931" indent="0">
              <a:buNone/>
              <a:defRPr sz="1626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40"/>
            </a:lvl1pPr>
            <a:lvl2pPr>
              <a:defRPr sz="1988"/>
            </a:lvl2pPr>
            <a:lvl3pPr>
              <a:defRPr sz="1807"/>
            </a:lvl3pPr>
            <a:lvl4pPr>
              <a:defRPr sz="1626"/>
            </a:lvl4pPr>
            <a:lvl5pPr>
              <a:defRPr sz="1626"/>
            </a:lvl5pPr>
            <a:lvl6pPr>
              <a:defRPr sz="1626"/>
            </a:lvl6pPr>
            <a:lvl7pPr>
              <a:defRPr sz="1626"/>
            </a:lvl7pPr>
            <a:lvl8pPr>
              <a:defRPr sz="1626"/>
            </a:lvl8pPr>
            <a:lvl9pPr>
              <a:defRPr sz="1626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0BE5C52C-E847-4F08-870A-B4E0B949CFF0}" type="datetime1">
              <a:rPr lang="nb-NO" smtClean="0"/>
              <a:t>21.03.2026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4337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08546711-9585-43C4-9792-F44B4658A8CD}" type="datetime1">
              <a:rPr lang="nb-NO" smtClean="0"/>
              <a:t>21.03.2026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6235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8244A8F2-65DE-4953-9612-568C3AE52378}" type="datetime1">
              <a:rPr lang="nb-NO" smtClean="0"/>
              <a:t>21.03.2026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52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1988"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766734" y="273051"/>
            <a:ext cx="6815666" cy="5853113"/>
          </a:xfrm>
        </p:spPr>
        <p:txBody>
          <a:bodyPr/>
          <a:lstStyle>
            <a:lvl1pPr>
              <a:defRPr sz="3163"/>
            </a:lvl1pPr>
            <a:lvl2pPr>
              <a:defRPr sz="2801"/>
            </a:lvl2pPr>
            <a:lvl3pPr>
              <a:defRPr sz="2440"/>
            </a:lvl3pPr>
            <a:lvl4pPr>
              <a:defRPr sz="1988"/>
            </a:lvl4pPr>
            <a:lvl5pPr>
              <a:defRPr sz="1988"/>
            </a:lvl5pPr>
            <a:lvl6pPr>
              <a:defRPr sz="1988"/>
            </a:lvl6pPr>
            <a:lvl7pPr>
              <a:defRPr sz="1988"/>
            </a:lvl7pPr>
            <a:lvl8pPr>
              <a:defRPr sz="1988"/>
            </a:lvl8pPr>
            <a:lvl9pPr>
              <a:defRPr sz="1988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4011084" cy="4691063"/>
          </a:xfrm>
        </p:spPr>
        <p:txBody>
          <a:bodyPr/>
          <a:lstStyle>
            <a:lvl1pPr marL="0" indent="0">
              <a:buNone/>
              <a:defRPr sz="1446"/>
            </a:lvl1pPr>
            <a:lvl2pPr marL="457991" indent="0">
              <a:buNone/>
              <a:defRPr sz="1175"/>
            </a:lvl2pPr>
            <a:lvl3pPr marL="915983" indent="0">
              <a:buNone/>
              <a:defRPr sz="994"/>
            </a:lvl3pPr>
            <a:lvl4pPr marL="1373974" indent="0">
              <a:buNone/>
              <a:defRPr sz="904"/>
            </a:lvl4pPr>
            <a:lvl5pPr marL="1831966" indent="0">
              <a:buNone/>
              <a:defRPr sz="904"/>
            </a:lvl5pPr>
            <a:lvl6pPr marL="2289957" indent="0">
              <a:buNone/>
              <a:defRPr sz="904"/>
            </a:lvl6pPr>
            <a:lvl7pPr marL="2747949" indent="0">
              <a:buNone/>
              <a:defRPr sz="904"/>
            </a:lvl7pPr>
            <a:lvl8pPr marL="3205939" indent="0">
              <a:buNone/>
              <a:defRPr sz="904"/>
            </a:lvl8pPr>
            <a:lvl9pPr marL="3663931" indent="0">
              <a:buNone/>
              <a:defRPr sz="904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4EDE6BAE-F56C-4942-B420-4F5CAB02CA3B}" type="datetime1">
              <a:rPr lang="nb-NO" smtClean="0"/>
              <a:t>21.03.2026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923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7315200" cy="566738"/>
          </a:xfrm>
        </p:spPr>
        <p:txBody>
          <a:bodyPr anchor="b"/>
          <a:lstStyle>
            <a:lvl1pPr algn="l">
              <a:defRPr sz="1988"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3163"/>
            </a:lvl1pPr>
            <a:lvl2pPr marL="457991" indent="0">
              <a:buNone/>
              <a:defRPr sz="2801"/>
            </a:lvl2pPr>
            <a:lvl3pPr marL="915983" indent="0">
              <a:buNone/>
              <a:defRPr sz="2440"/>
            </a:lvl3pPr>
            <a:lvl4pPr marL="1373974" indent="0">
              <a:buNone/>
              <a:defRPr sz="1988"/>
            </a:lvl4pPr>
            <a:lvl5pPr marL="1831966" indent="0">
              <a:buNone/>
              <a:defRPr sz="1988"/>
            </a:lvl5pPr>
            <a:lvl6pPr marL="2289957" indent="0">
              <a:buNone/>
              <a:defRPr sz="1988"/>
            </a:lvl6pPr>
            <a:lvl7pPr marL="2747949" indent="0">
              <a:buNone/>
              <a:defRPr sz="1988"/>
            </a:lvl7pPr>
            <a:lvl8pPr marL="3205939" indent="0">
              <a:buNone/>
              <a:defRPr sz="1988"/>
            </a:lvl8pPr>
            <a:lvl9pPr marL="3663931" indent="0">
              <a:buNone/>
              <a:defRPr sz="1988"/>
            </a:lvl9pPr>
          </a:lstStyle>
          <a:p>
            <a:pPr lvl="0"/>
            <a:r>
              <a:rPr lang="nb-NO" noProof="0"/>
              <a:t>Klikk ikonet for å legge til et bilde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446"/>
            </a:lvl1pPr>
            <a:lvl2pPr marL="457991" indent="0">
              <a:buNone/>
              <a:defRPr sz="1175"/>
            </a:lvl2pPr>
            <a:lvl3pPr marL="915983" indent="0">
              <a:buNone/>
              <a:defRPr sz="994"/>
            </a:lvl3pPr>
            <a:lvl4pPr marL="1373974" indent="0">
              <a:buNone/>
              <a:defRPr sz="904"/>
            </a:lvl4pPr>
            <a:lvl5pPr marL="1831966" indent="0">
              <a:buNone/>
              <a:defRPr sz="904"/>
            </a:lvl5pPr>
            <a:lvl6pPr marL="2289957" indent="0">
              <a:buNone/>
              <a:defRPr sz="904"/>
            </a:lvl6pPr>
            <a:lvl7pPr marL="2747949" indent="0">
              <a:buNone/>
              <a:defRPr sz="904"/>
            </a:lvl7pPr>
            <a:lvl8pPr marL="3205939" indent="0">
              <a:buNone/>
              <a:defRPr sz="904"/>
            </a:lvl8pPr>
            <a:lvl9pPr marL="3663931" indent="0">
              <a:buNone/>
              <a:defRPr sz="904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E128A937-33FA-4D28-B98A-1677EEB92DD7}" type="datetime1">
              <a:rPr lang="nb-NO" smtClean="0"/>
              <a:t>21.03.2026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569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E60FCEAD-6EE7-4B80-8580-7DF25870E10D}" type="datetime1">
              <a:rPr lang="nb-NO" smtClean="0"/>
              <a:t>21.03.2026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1084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9080500" y="1258889"/>
            <a:ext cx="2626783" cy="4941887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1198034" y="1258889"/>
            <a:ext cx="7679266" cy="4941887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5065D2B5-941E-4B7D-ADB1-A87600E27D1E}" type="datetime1">
              <a:rPr lang="nb-NO" smtClean="0"/>
              <a:t>21.03.2026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7589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innhold 1"/>
          <p:cNvSpPr>
            <a:spLocks noGrp="1"/>
          </p:cNvSpPr>
          <p:nvPr>
            <p:ph/>
          </p:nvPr>
        </p:nvSpPr>
        <p:spPr>
          <a:xfrm>
            <a:off x="1198034" y="1258889"/>
            <a:ext cx="10509251" cy="4941887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3D95F961-8DA7-4DE9-910D-321F57B09CBB}" type="datetime1">
              <a:rPr lang="nb-NO" smtClean="0"/>
              <a:t>21.03.2026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6807201" y="6567488"/>
            <a:ext cx="4889500" cy="179387"/>
          </a:xfrm>
        </p:spPr>
        <p:txBody>
          <a:bodyPr/>
          <a:lstStyle>
            <a:lvl1pPr>
              <a:defRPr smtClean="0"/>
            </a:lvl1pPr>
          </a:lstStyle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165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3D0ABA5-A231-4A57-884C-6077CC6909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338480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5" imgH="416" progId="TCLayout.ActiveDocument.1">
                  <p:embed/>
                </p:oleObj>
              </mc:Choice>
              <mc:Fallback>
                <p:oleObj name="think-cell Slide" r:id="rId16" imgW="415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3D0ABA5-A231-4A57-884C-6077CC6909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02B26C9-87BD-4E7D-90BE-ACCF4A7F8416}"/>
              </a:ext>
            </a:extLst>
          </p:cNvPr>
          <p:cNvSpPr/>
          <p:nvPr userDrawn="1">
            <p:custDataLst>
              <p:tags r:id="rId15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sz="3614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enev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98035" y="488157"/>
            <a:ext cx="8791786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noProof="0"/>
              <a:t>Klikk for å redigere tittelstil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98034" y="1546866"/>
            <a:ext cx="10509251" cy="4653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78366" y="6567488"/>
            <a:ext cx="2540000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994" dirty="0" smtClean="0">
                <a:solidFill>
                  <a:srgbClr val="3F2163"/>
                </a:solidFill>
              </a:defRPr>
            </a:lvl1pPr>
          </a:lstStyle>
          <a:p>
            <a:fld id="{9CF42E3F-864A-4751-8F4A-2BC098A71236}" type="datetime1">
              <a:rPr lang="nb-NO" noProof="0" smtClean="0"/>
              <a:t>21.03.2026</a:t>
            </a:fld>
            <a:endParaRPr lang="nb-NO" noProof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334251" y="6567489"/>
            <a:ext cx="4362449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 eaLnBrk="1">
              <a:defRPr sz="994" dirty="0" err="1" smtClean="0">
                <a:solidFill>
                  <a:srgbClr val="3F2163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78367" y="358775"/>
            <a:ext cx="11228918" cy="0"/>
          </a:xfrm>
          <a:prstGeom prst="line">
            <a:avLst/>
          </a:prstGeom>
          <a:noFill/>
          <a:ln w="9525">
            <a:solidFill>
              <a:srgbClr val="CD292B"/>
            </a:solidFill>
            <a:prstDash val="dash"/>
            <a:round/>
            <a:headEnd/>
            <a:tailEnd/>
          </a:ln>
        </p:spPr>
        <p:txBody>
          <a:bodyPr wrap="none" lIns="91596" tIns="45798" rIns="91596" bIns="45798" anchor="ctr"/>
          <a:lstStyle/>
          <a:p>
            <a:pPr eaLnBrk="1">
              <a:defRPr/>
            </a:pPr>
            <a:endParaRPr lang="nb-NO" sz="1626" noProof="0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78367" y="6494463"/>
            <a:ext cx="11228918" cy="0"/>
          </a:xfrm>
          <a:prstGeom prst="line">
            <a:avLst/>
          </a:prstGeom>
          <a:noFill/>
          <a:ln w="9525">
            <a:solidFill>
              <a:srgbClr val="CD292B"/>
            </a:solidFill>
            <a:prstDash val="dash"/>
            <a:round/>
            <a:headEnd/>
            <a:tailEnd/>
          </a:ln>
        </p:spPr>
        <p:txBody>
          <a:bodyPr wrap="none" lIns="91596" tIns="45798" rIns="91596" bIns="45798" anchor="ctr"/>
          <a:lstStyle/>
          <a:p>
            <a:pPr eaLnBrk="1">
              <a:defRPr/>
            </a:pPr>
            <a:endParaRPr lang="nb-NO" sz="1626" noProof="0"/>
          </a:p>
        </p:txBody>
      </p:sp>
      <p:pic>
        <p:nvPicPr>
          <p:cNvPr id="2" name="Picture 10" descr="Proventus_logo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10058400" y="563564"/>
            <a:ext cx="1640417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Plassholder for lysbildenummer 8"/>
          <p:cNvSpPr>
            <a:spLocks noGrp="1"/>
          </p:cNvSpPr>
          <p:nvPr>
            <p:ph type="sldNum" sz="quarter" idx="4"/>
          </p:nvPr>
        </p:nvSpPr>
        <p:spPr>
          <a:xfrm>
            <a:off x="4000500" y="6572251"/>
            <a:ext cx="2844800" cy="285750"/>
          </a:xfrm>
          <a:prstGeom prst="rect">
            <a:avLst/>
          </a:prstGeom>
        </p:spPr>
        <p:txBody>
          <a:bodyPr vert="horz" lIns="101370" tIns="50685" rIns="101370" bIns="50685" rtlCol="0" anchor="ctr"/>
          <a:lstStyle>
            <a:lvl1pPr algn="r">
              <a:defRPr sz="1084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6F9C9-EA0D-40A4-B0BE-2969A3450B47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309327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14" b="1">
          <a:solidFill>
            <a:srgbClr val="3F2163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14" b="1">
          <a:solidFill>
            <a:srgbClr val="3F2163"/>
          </a:solidFill>
          <a:latin typeface="Arial" charset="0"/>
          <a:ea typeface="Geneva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14" b="1">
          <a:solidFill>
            <a:srgbClr val="3F2163"/>
          </a:solidFill>
          <a:latin typeface="Arial" charset="0"/>
          <a:ea typeface="Geneva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14" b="1">
          <a:solidFill>
            <a:srgbClr val="3F2163"/>
          </a:solidFill>
          <a:latin typeface="Arial" charset="0"/>
          <a:ea typeface="Geneva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14" b="1">
          <a:solidFill>
            <a:srgbClr val="3F2163"/>
          </a:solidFill>
          <a:latin typeface="Arial" charset="0"/>
          <a:ea typeface="Geneva" charset="-128"/>
        </a:defRPr>
      </a:lvl5pPr>
      <a:lvl6pPr marL="457991" algn="l" rtl="0" eaLnBrk="1" fontAlgn="base" hangingPunct="1">
        <a:spcBef>
          <a:spcPct val="0"/>
        </a:spcBef>
        <a:spcAft>
          <a:spcPct val="0"/>
        </a:spcAft>
        <a:defRPr sz="3614" b="1">
          <a:solidFill>
            <a:srgbClr val="3F2163"/>
          </a:solidFill>
          <a:latin typeface="Arial" charset="0"/>
          <a:ea typeface="Geneva" charset="-128"/>
        </a:defRPr>
      </a:lvl6pPr>
      <a:lvl7pPr marL="915983" algn="l" rtl="0" eaLnBrk="1" fontAlgn="base" hangingPunct="1">
        <a:spcBef>
          <a:spcPct val="0"/>
        </a:spcBef>
        <a:spcAft>
          <a:spcPct val="0"/>
        </a:spcAft>
        <a:defRPr sz="3614" b="1">
          <a:solidFill>
            <a:srgbClr val="3F2163"/>
          </a:solidFill>
          <a:latin typeface="Arial" charset="0"/>
          <a:ea typeface="Geneva" charset="-128"/>
        </a:defRPr>
      </a:lvl7pPr>
      <a:lvl8pPr marL="1373974" algn="l" rtl="0" eaLnBrk="1" fontAlgn="base" hangingPunct="1">
        <a:spcBef>
          <a:spcPct val="0"/>
        </a:spcBef>
        <a:spcAft>
          <a:spcPct val="0"/>
        </a:spcAft>
        <a:defRPr sz="3614" b="1">
          <a:solidFill>
            <a:srgbClr val="3F2163"/>
          </a:solidFill>
          <a:latin typeface="Arial" charset="0"/>
          <a:ea typeface="Geneva" charset="-128"/>
        </a:defRPr>
      </a:lvl8pPr>
      <a:lvl9pPr marL="1831966" algn="l" rtl="0" eaLnBrk="1" fontAlgn="base" hangingPunct="1">
        <a:spcBef>
          <a:spcPct val="0"/>
        </a:spcBef>
        <a:spcAft>
          <a:spcPct val="0"/>
        </a:spcAft>
        <a:defRPr sz="3614" b="1">
          <a:solidFill>
            <a:srgbClr val="3F2163"/>
          </a:solidFill>
          <a:latin typeface="Arial" charset="0"/>
          <a:ea typeface="Geneva" charset="-128"/>
        </a:defRPr>
      </a:lvl9pPr>
    </p:titleStyle>
    <p:bodyStyle>
      <a:lvl1pPr marL="279884" indent="-279884" algn="l" rtl="0" eaLnBrk="1" fontAlgn="base" hangingPunct="1">
        <a:spcBef>
          <a:spcPct val="30000"/>
        </a:spcBef>
        <a:spcAft>
          <a:spcPct val="0"/>
        </a:spcAft>
        <a:buClr>
          <a:srgbClr val="CD292B"/>
        </a:buClr>
        <a:buChar char="&gt;"/>
        <a:defRPr sz="3163">
          <a:solidFill>
            <a:srgbClr val="3F2163"/>
          </a:solidFill>
          <a:latin typeface="+mn-lt"/>
          <a:ea typeface="+mn-ea"/>
          <a:cs typeface="+mn-cs"/>
        </a:defRPr>
      </a:lvl1pPr>
      <a:lvl2pPr marL="585211" indent="-241718" algn="l" rtl="0" eaLnBrk="1" fontAlgn="base" hangingPunct="1">
        <a:spcBef>
          <a:spcPct val="30000"/>
        </a:spcBef>
        <a:spcAft>
          <a:spcPct val="0"/>
        </a:spcAft>
        <a:buClr>
          <a:srgbClr val="CD292B"/>
        </a:buClr>
        <a:buChar char="&gt;"/>
        <a:defRPr sz="2440">
          <a:solidFill>
            <a:srgbClr val="3F2163"/>
          </a:solidFill>
          <a:latin typeface="+mn-lt"/>
          <a:ea typeface="+mn-ea"/>
        </a:defRPr>
      </a:lvl2pPr>
      <a:lvl3pPr marL="839651" indent="-216274" algn="l" rtl="0" eaLnBrk="1" fontAlgn="base" hangingPunct="1">
        <a:spcBef>
          <a:spcPct val="30000"/>
        </a:spcBef>
        <a:spcAft>
          <a:spcPct val="0"/>
        </a:spcAft>
        <a:buClr>
          <a:srgbClr val="CD292B"/>
        </a:buClr>
        <a:buChar char="&gt;"/>
        <a:defRPr sz="1988">
          <a:solidFill>
            <a:srgbClr val="3F2163"/>
          </a:solidFill>
          <a:latin typeface="+mn-lt"/>
          <a:ea typeface="+mn-ea"/>
        </a:defRPr>
      </a:lvl3pPr>
      <a:lvl4pPr marL="1068646" indent="-178108" algn="l" rtl="0" eaLnBrk="1" fontAlgn="base" hangingPunct="1">
        <a:spcBef>
          <a:spcPct val="30000"/>
        </a:spcBef>
        <a:spcAft>
          <a:spcPct val="0"/>
        </a:spcAft>
        <a:buClr>
          <a:srgbClr val="CD292B"/>
        </a:buClr>
        <a:buChar char="&gt;"/>
        <a:defRPr sz="1626">
          <a:solidFill>
            <a:srgbClr val="3F2163"/>
          </a:solidFill>
          <a:latin typeface="+mn-lt"/>
          <a:ea typeface="+mn-ea"/>
        </a:defRPr>
      </a:lvl4pPr>
      <a:lvl5pPr marL="1272198" indent="-178108" algn="l" rtl="0" eaLnBrk="1" fontAlgn="base" hangingPunct="1">
        <a:spcBef>
          <a:spcPct val="30000"/>
        </a:spcBef>
        <a:spcAft>
          <a:spcPct val="0"/>
        </a:spcAft>
        <a:buClr>
          <a:srgbClr val="CD292B"/>
        </a:buClr>
        <a:buChar char="&gt;"/>
        <a:defRPr sz="1626">
          <a:solidFill>
            <a:srgbClr val="3F2163"/>
          </a:solidFill>
          <a:latin typeface="+mn-lt"/>
          <a:ea typeface="+mn-ea"/>
        </a:defRPr>
      </a:lvl5pPr>
      <a:lvl6pPr marL="1730190" indent="-178108" algn="l" rtl="0" eaLnBrk="1" fontAlgn="base" hangingPunct="1">
        <a:spcBef>
          <a:spcPct val="30000"/>
        </a:spcBef>
        <a:spcAft>
          <a:spcPct val="0"/>
        </a:spcAft>
        <a:buClr>
          <a:srgbClr val="CD292B"/>
        </a:buClr>
        <a:buChar char="&gt;"/>
        <a:defRPr sz="1626">
          <a:solidFill>
            <a:srgbClr val="3F2163"/>
          </a:solidFill>
          <a:latin typeface="+mn-lt"/>
          <a:ea typeface="+mn-ea"/>
        </a:defRPr>
      </a:lvl6pPr>
      <a:lvl7pPr marL="2188181" indent="-178108" algn="l" rtl="0" eaLnBrk="1" fontAlgn="base" hangingPunct="1">
        <a:spcBef>
          <a:spcPct val="30000"/>
        </a:spcBef>
        <a:spcAft>
          <a:spcPct val="0"/>
        </a:spcAft>
        <a:buClr>
          <a:srgbClr val="CD292B"/>
        </a:buClr>
        <a:buChar char="&gt;"/>
        <a:defRPr sz="1626">
          <a:solidFill>
            <a:srgbClr val="3F2163"/>
          </a:solidFill>
          <a:latin typeface="+mn-lt"/>
          <a:ea typeface="+mn-ea"/>
        </a:defRPr>
      </a:lvl7pPr>
      <a:lvl8pPr marL="2646173" indent="-178108" algn="l" rtl="0" eaLnBrk="1" fontAlgn="base" hangingPunct="1">
        <a:spcBef>
          <a:spcPct val="30000"/>
        </a:spcBef>
        <a:spcAft>
          <a:spcPct val="0"/>
        </a:spcAft>
        <a:buClr>
          <a:srgbClr val="CD292B"/>
        </a:buClr>
        <a:buChar char="&gt;"/>
        <a:defRPr sz="1626">
          <a:solidFill>
            <a:srgbClr val="3F2163"/>
          </a:solidFill>
          <a:latin typeface="+mn-lt"/>
          <a:ea typeface="+mn-ea"/>
        </a:defRPr>
      </a:lvl8pPr>
      <a:lvl9pPr marL="3104164" indent="-178108" algn="l" rtl="0" eaLnBrk="1" fontAlgn="base" hangingPunct="1">
        <a:spcBef>
          <a:spcPct val="30000"/>
        </a:spcBef>
        <a:spcAft>
          <a:spcPct val="0"/>
        </a:spcAft>
        <a:buClr>
          <a:srgbClr val="CD292B"/>
        </a:buClr>
        <a:buChar char="&gt;"/>
        <a:defRPr sz="1626">
          <a:solidFill>
            <a:srgbClr val="3F2163"/>
          </a:solidFill>
          <a:latin typeface="+mn-lt"/>
          <a:ea typeface="+mn-ea"/>
        </a:defRPr>
      </a:lvl9pPr>
    </p:bodyStyle>
    <p:otherStyle>
      <a:defPPr>
        <a:defRPr lang="nb-NO"/>
      </a:defPPr>
      <a:lvl1pPr marL="0" algn="l" defTabSz="915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1pPr>
      <a:lvl2pPr marL="457991" algn="l" defTabSz="915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2pPr>
      <a:lvl3pPr marL="915983" algn="l" defTabSz="915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3pPr>
      <a:lvl4pPr marL="1373974" algn="l" defTabSz="915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1831966" algn="l" defTabSz="915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289957" algn="l" defTabSz="915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747949" algn="l" defTabSz="915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205939" algn="l" defTabSz="915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663931" algn="l" defTabSz="915983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1EE1A7-115B-C27C-AFEE-F1CB4DA47820}"/>
              </a:ext>
            </a:extLst>
          </p:cNvPr>
          <p:cNvSpPr txBox="1"/>
          <p:nvPr/>
        </p:nvSpPr>
        <p:spPr>
          <a:xfrm>
            <a:off x="1440872" y="2161309"/>
            <a:ext cx="6132945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nb-NO" sz="4800" b="1" dirty="0"/>
              <a:t>Openedge AI</a:t>
            </a:r>
            <a:endParaRPr lang="en-US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92934E-3C74-4090-2B6D-5B0F5EDE67F6}"/>
              </a:ext>
            </a:extLst>
          </p:cNvPr>
          <p:cNvSpPr txBox="1"/>
          <p:nvPr/>
        </p:nvSpPr>
        <p:spPr>
          <a:xfrm>
            <a:off x="3408218" y="3237760"/>
            <a:ext cx="7763163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nb-NO" sz="4800" b="1" dirty="0"/>
              <a:t>&amp;  Telerik «rammeverk»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82748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27A240-4B07-BAF2-7781-8AAAAFC5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4" y="488157"/>
            <a:ext cx="8845375" cy="651096"/>
          </a:xfrm>
        </p:spPr>
        <p:txBody>
          <a:bodyPr/>
          <a:lstStyle/>
          <a:p>
            <a:r>
              <a:rPr lang="es-ES" sz="3600" dirty="0">
                <a:cs typeface="Arial"/>
              </a:rPr>
              <a:t>Agenda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73DDC9A0-FCD4-7C6E-8D3C-521C169A70A3}"/>
              </a:ext>
            </a:extLst>
          </p:cNvPr>
          <p:cNvSpPr txBox="1">
            <a:spLocks/>
          </p:cNvSpPr>
          <p:nvPr/>
        </p:nvSpPr>
        <p:spPr>
          <a:xfrm>
            <a:off x="989351" y="1712686"/>
            <a:ext cx="10268262" cy="41334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pPr marL="279400" indent="-279400"/>
            <a:r>
              <a:rPr lang="nb-NO" sz="3150" kern="0" noProof="1">
                <a:cs typeface="Arial"/>
              </a:rPr>
              <a:t>Tilbakeblikk n8n – PUG 2025   </a:t>
            </a:r>
          </a:p>
          <a:p>
            <a:pPr marL="279400" indent="-279400"/>
            <a:r>
              <a:rPr lang="nb-NO" sz="3150" kern="0" noProof="1"/>
              <a:t>Hva/hvorfor MCP &amp; Tools      </a:t>
            </a:r>
            <a:r>
              <a:rPr lang="nb-NO" sz="2400" kern="0" noProof="1">
                <a:cs typeface="Arial"/>
              </a:rPr>
              <a:t> </a:t>
            </a:r>
          </a:p>
          <a:p>
            <a:pPr marL="279400" indent="-279400"/>
            <a:r>
              <a:rPr lang="nb-NO" sz="3200" kern="0" noProof="1"/>
              <a:t>MCP – OpenEdge </a:t>
            </a:r>
          </a:p>
          <a:p>
            <a:pPr marL="584727" lvl="1" indent="-279400"/>
            <a:r>
              <a:rPr lang="nb-NO" sz="2477" kern="0" noProof="1"/>
              <a:t>Alternativer/Perspektiver</a:t>
            </a:r>
          </a:p>
          <a:p>
            <a:pPr marL="279400" indent="-279400"/>
            <a:r>
              <a:rPr lang="nb-NO" sz="3200" kern="0" noProof="1"/>
              <a:t>Demo, og kanskje litt telerik .. </a:t>
            </a:r>
            <a:endParaRPr lang="en-US" sz="3200" kern="0" noProof="1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3200" kern="0" noProof="1">
              <a:solidFill>
                <a:srgbClr val="000000"/>
              </a:solidFill>
              <a:cs typeface="Arial"/>
            </a:endParaRPr>
          </a:p>
          <a:p>
            <a:pPr marL="0" indent="0">
              <a:buNone/>
            </a:pPr>
            <a:endParaRPr lang="nb-NO" sz="3150" kern="0" noProof="1">
              <a:cs typeface="Arial"/>
            </a:endParaRPr>
          </a:p>
          <a:p>
            <a:pPr marL="0" indent="0">
              <a:buNone/>
            </a:pPr>
            <a:endParaRPr lang="nb-NO" sz="3150" kern="0" noProof="1">
              <a:cs typeface="Arial"/>
            </a:endParaRPr>
          </a:p>
          <a:p>
            <a:pPr marL="0" indent="0">
              <a:buNone/>
            </a:pPr>
            <a:endParaRPr lang="nb-NO" sz="3150" kern="0" noProof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5297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8A8E9-95B8-5B1F-269B-AAE76BC2D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81E1536-AF6C-E8F5-9F82-A413E862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4" y="488157"/>
            <a:ext cx="8845375" cy="651096"/>
          </a:xfrm>
        </p:spPr>
        <p:txBody>
          <a:bodyPr/>
          <a:lstStyle/>
          <a:p>
            <a:r>
              <a:rPr lang="es-ES" sz="3600" dirty="0">
                <a:cs typeface="Arial"/>
              </a:rPr>
              <a:t>n8n – Tools 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F4A991D9-59C2-A784-6FAD-6FD995E52949}"/>
              </a:ext>
            </a:extLst>
          </p:cNvPr>
          <p:cNvSpPr txBox="1">
            <a:spLocks/>
          </p:cNvSpPr>
          <p:nvPr/>
        </p:nvSpPr>
        <p:spPr>
          <a:xfrm>
            <a:off x="989351" y="1712686"/>
            <a:ext cx="10268262" cy="41334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pPr marL="279400" indent="-279400"/>
            <a:r>
              <a:rPr lang="nb-NO" sz="3150" kern="0" noProof="1">
                <a:cs typeface="Arial"/>
              </a:rPr>
              <a:t>Tilbakeblikk – </a:t>
            </a:r>
          </a:p>
          <a:p>
            <a:pPr marL="584727" lvl="1" indent="-279400"/>
            <a:r>
              <a:rPr lang="nb-NO" sz="2427" kern="0" noProof="1">
                <a:cs typeface="Arial"/>
              </a:rPr>
              <a:t>Chat .net (telerik</a:t>
            </a:r>
            <a:r>
              <a:rPr lang="nb-NO" sz="2427" kern="0" noProof="1">
                <a:cs typeface="Arial"/>
                <a:sym typeface="Wingdings" panose="05000000000000000000" pitchFamily="2" charset="2"/>
              </a:rPr>
              <a:t>) </a:t>
            </a:r>
            <a:endParaRPr lang="nb-NO" sz="2427" kern="0" noProof="1">
              <a:cs typeface="Arial"/>
            </a:endParaRPr>
          </a:p>
          <a:p>
            <a:pPr marL="584727" lvl="1" indent="-279400"/>
            <a:r>
              <a:rPr lang="nb-NO" sz="2427" kern="0" noProof="1">
                <a:cs typeface="Arial"/>
              </a:rPr>
              <a:t>Tools – sql query, read_schema /tables/fields</a:t>
            </a:r>
          </a:p>
          <a:p>
            <a:pPr marL="584727" lvl="1" indent="-279400"/>
            <a:r>
              <a:rPr lang="nb-NO" sz="2427" kern="0" noProof="1">
                <a:cs typeface="Arial"/>
              </a:rPr>
              <a:t>Sendmail tool</a:t>
            </a:r>
          </a:p>
          <a:p>
            <a:pPr marL="0" indent="0">
              <a:buNone/>
            </a:pPr>
            <a:endParaRPr lang="en-US" sz="3200" kern="0" noProof="1">
              <a:solidFill>
                <a:srgbClr val="000000"/>
              </a:solidFill>
              <a:cs typeface="Arial"/>
            </a:endParaRPr>
          </a:p>
          <a:p>
            <a:pPr marL="0" indent="0">
              <a:buNone/>
            </a:pPr>
            <a:endParaRPr lang="nb-NO" sz="3150" kern="0" noProof="1">
              <a:cs typeface="Arial"/>
            </a:endParaRPr>
          </a:p>
          <a:p>
            <a:pPr marL="0" indent="0">
              <a:buNone/>
            </a:pPr>
            <a:endParaRPr lang="nb-NO" sz="3150" kern="0" noProof="1">
              <a:cs typeface="Arial"/>
            </a:endParaRPr>
          </a:p>
          <a:p>
            <a:pPr marL="0" indent="0">
              <a:buNone/>
            </a:pPr>
            <a:endParaRPr lang="nb-NO" sz="3150" kern="0" noProof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945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C677-38C9-EF8A-8591-5A502A88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51AE766-3EC8-F359-9178-F5A9F59C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4" y="488157"/>
            <a:ext cx="8845375" cy="651096"/>
          </a:xfrm>
        </p:spPr>
        <p:txBody>
          <a:bodyPr/>
          <a:lstStyle/>
          <a:p>
            <a:r>
              <a:rPr lang="es-ES" dirty="0"/>
              <a:t>MCP &amp; Tools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20506F4A-342C-FA2A-96D1-A26BAC8153E1}"/>
              </a:ext>
            </a:extLst>
          </p:cNvPr>
          <p:cNvSpPr txBox="1">
            <a:spLocks/>
          </p:cNvSpPr>
          <p:nvPr/>
        </p:nvSpPr>
        <p:spPr>
          <a:xfrm>
            <a:off x="989351" y="1712686"/>
            <a:ext cx="10268262" cy="4133478"/>
          </a:xfrm>
          <a:prstGeom prst="rect">
            <a:avLst/>
          </a:prstGeom>
        </p:spPr>
        <p:txBody>
          <a:bodyPr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r>
              <a:rPr lang="nb-NO" kern="0" dirty="0"/>
              <a:t>Hva er MCP?</a:t>
            </a:r>
          </a:p>
          <a:p>
            <a:r>
              <a:rPr lang="nb-NO" kern="0" dirty="0"/>
              <a:t>Hvorfor MCP?</a:t>
            </a:r>
          </a:p>
          <a:p>
            <a:r>
              <a:rPr lang="nb-NO" kern="0" dirty="0"/>
              <a:t>MCP Arkitektur</a:t>
            </a:r>
          </a:p>
          <a:p>
            <a:pPr lvl="1"/>
            <a:r>
              <a:rPr lang="nb-NO" kern="0" dirty="0"/>
              <a:t>Primitiver</a:t>
            </a:r>
          </a:p>
          <a:p>
            <a:pPr lvl="1"/>
            <a:r>
              <a:rPr lang="nb-NO" kern="0" dirty="0"/>
              <a:t>Protokoll</a:t>
            </a:r>
          </a:p>
          <a:p>
            <a:r>
              <a:rPr lang="nb-NO" kern="0" dirty="0"/>
              <a:t>MCP Server – Progress-verktøy</a:t>
            </a:r>
          </a:p>
          <a:p>
            <a:pPr lvl="1"/>
            <a:r>
              <a:rPr lang="nb-NO" kern="0" dirty="0"/>
              <a:t>MCP Connector for ABL + OpenEdge MCP Server</a:t>
            </a:r>
          </a:p>
          <a:p>
            <a:pPr marL="0" indent="0">
              <a:buNone/>
            </a:pPr>
            <a:endParaRPr lang="nb-NO" kern="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5065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B46D17-3E03-422D-8E05-F4B96A501D74}"/>
              </a:ext>
            </a:extLst>
          </p:cNvPr>
          <p:cNvSpPr txBox="1"/>
          <p:nvPr/>
        </p:nvSpPr>
        <p:spPr>
          <a:xfrm>
            <a:off x="990600" y="1714500"/>
            <a:ext cx="10274300" cy="412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79400" indent="-279400">
              <a:buNone/>
            </a:pPr>
            <a:r>
              <a:rPr lang="nb-NO" sz="2800" b="1" kern="0" noProof="1">
                <a:cs typeface="Arial"/>
              </a:rPr>
              <a:t>Model Context Protocol (MCP)</a:t>
            </a:r>
          </a:p>
          <a:p>
            <a:pPr marL="279400" indent="-279400">
              <a:buNone/>
            </a:pPr>
            <a:endParaRPr lang="nb-NO" sz="2400" b="1" kern="0" noProof="1">
              <a:cs typeface="Arial"/>
            </a:endParaRPr>
          </a:p>
          <a:p>
            <a:pPr marL="736600" lvl="1" indent="-279400"/>
            <a:r>
              <a:rPr lang="nb-NO" sz="2400" kern="0" noProof="1">
                <a:cs typeface="Arial"/>
              </a:rPr>
              <a:t>Lansert av Anthropic (nov 2024) – «USB-C for AI»</a:t>
            </a:r>
          </a:p>
          <a:p>
            <a:pPr marL="736600" lvl="1" indent="-279400"/>
            <a:r>
              <a:rPr lang="nb-NO" sz="2400" kern="0" noProof="1">
                <a:cs typeface="Arial"/>
              </a:rPr>
              <a:t>Donert til AAIF / Linux Foundation (des 2025)</a:t>
            </a:r>
          </a:p>
          <a:p>
            <a:pPr marL="736600" lvl="1" indent="-279400"/>
            <a:r>
              <a:rPr lang="nb-NO" sz="2400" kern="0" noProof="1">
                <a:cs typeface="Arial"/>
              </a:rPr>
              <a:t>Standardiserer hvordan LLM-er kobler til verktøy og data</a:t>
            </a:r>
          </a:p>
          <a:p>
            <a:pPr marL="736600" lvl="1" indent="-279400"/>
            <a:r>
              <a:rPr lang="nb-NO" sz="2400" kern="0" noProof="1">
                <a:cs typeface="Arial"/>
              </a:rPr>
              <a:t>Løser N×M integrasjonsproblem → N+M koblinger</a:t>
            </a:r>
          </a:p>
          <a:p>
            <a:pPr marL="736600" lvl="1" indent="-279400"/>
            <a:r>
              <a:rPr lang="nb-NO" sz="2400" kern="0" noProof="1">
                <a:cs typeface="Arial"/>
              </a:rPr>
              <a:t>Bruker JSON-RPC 2.0 for kommunikasjon</a:t>
            </a:r>
          </a:p>
          <a:p>
            <a:pPr marL="736600" lvl="1" indent="-279400"/>
            <a:r>
              <a:rPr lang="nb-NO" sz="2400" kern="0" noProof="1">
                <a:cs typeface="Arial"/>
              </a:rPr>
              <a:t>Adoptert av OpenAI, Google, Microsoft, AWS m.fl.</a:t>
            </a:r>
          </a:p>
          <a:p>
            <a:pPr marL="736600" lvl="1" indent="-279400"/>
            <a:r>
              <a:rPr lang="nb-NO" sz="2400" kern="0" noProof="1">
                <a:cs typeface="Arial"/>
              </a:rPr>
              <a:t>97M+ SDK-nedlastinger/mnd, 10 000+ aktive servere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21B6E-63C5-40DF-B566-6F3FF4D38D89}"/>
              </a:ext>
            </a:extLst>
          </p:cNvPr>
          <p:cNvSpPr txBox="1"/>
          <p:nvPr/>
        </p:nvSpPr>
        <p:spPr>
          <a:xfrm>
            <a:off x="1193800" y="482600"/>
            <a:ext cx="88392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nb-NO" sz="3600" dirty="0">
                <a:cs typeface="Arial"/>
              </a:rPr>
              <a:t>Hva er MCP?</a:t>
            </a:r>
          </a:p>
        </p:txBody>
      </p:sp>
    </p:spTree>
    <p:extLst>
      <p:ext uri="{BB962C8B-B14F-4D97-AF65-F5344CB8AC3E}">
        <p14:creationId xmlns:p14="http://schemas.microsoft.com/office/powerpoint/2010/main" val="104470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40A761-BA7C-4562-A101-3D8209F62D8E}"/>
              </a:ext>
            </a:extLst>
          </p:cNvPr>
          <p:cNvSpPr txBox="1"/>
          <p:nvPr/>
        </p:nvSpPr>
        <p:spPr>
          <a:xfrm>
            <a:off x="1193800" y="482600"/>
            <a:ext cx="88392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nb-NO" sz="3600" dirty="0">
                <a:cs typeface="Arial"/>
              </a:rPr>
              <a:t>Hvorfor MCP?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0C18E4-7F41-4B7C-BB9C-59A7368E31F6}"/>
              </a:ext>
            </a:extLst>
          </p:cNvPr>
          <p:cNvSpPr txBox="1"/>
          <p:nvPr/>
        </p:nvSpPr>
        <p:spPr>
          <a:xfrm>
            <a:off x="990600" y="1714500"/>
            <a:ext cx="10274300" cy="412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79400" indent="-279400"/>
            <a:r>
              <a:rPr lang="nb-NO" sz="2400" kern="0" noProof="1">
                <a:cs typeface="Arial"/>
              </a:rPr>
              <a:t>Standardisering – bygg én gang, bruk overalt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Én MCP-server per tjeneste, alle AI-klienter kan koble til</a:t>
            </a:r>
          </a:p>
          <a:p>
            <a:pPr marL="279400" indent="-279400"/>
            <a:r>
              <a:rPr lang="nb-NO" sz="2400" kern="0" noProof="1">
                <a:cs typeface="Arial"/>
              </a:rPr>
              <a:t>Stort økosystem – 10 000+ aktive MCP-servere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MCP Registry, MCP.so + 97M månedlige SDK-nedlastinger</a:t>
            </a:r>
          </a:p>
          <a:p>
            <a:pPr marL="279400" indent="-279400"/>
            <a:r>
              <a:rPr lang="nb-NO" sz="2400" kern="0" noProof="1">
                <a:cs typeface="Arial"/>
              </a:rPr>
              <a:t>Nå under Linux Foundation (AAIF, des 2025)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Platinum: OpenAI, Google, Microsoft, AWS, Bloomberg, Cloudflare</a:t>
            </a:r>
          </a:p>
          <a:p>
            <a:pPr marL="279400" indent="-279400"/>
            <a:r>
              <a:rPr lang="nb-NO" sz="2400" kern="0" noProof="1">
                <a:cs typeface="Arial"/>
              </a:rPr>
              <a:t>Relevans for OpenEdge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Offisielle Progress-verktøy: MCP Server + MCP Connector for ABL</a:t>
            </a:r>
          </a:p>
        </p:txBody>
      </p:sp>
    </p:spTree>
    <p:extLst>
      <p:ext uri="{BB962C8B-B14F-4D97-AF65-F5344CB8AC3E}">
        <p14:creationId xmlns:p14="http://schemas.microsoft.com/office/powerpoint/2010/main" val="233563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2561E2-CA29-40AB-8AF6-1E4053C44C1D}"/>
              </a:ext>
            </a:extLst>
          </p:cNvPr>
          <p:cNvSpPr txBox="1"/>
          <p:nvPr/>
        </p:nvSpPr>
        <p:spPr>
          <a:xfrm>
            <a:off x="1193800" y="482600"/>
            <a:ext cx="88392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/>
              <a:t>MCP Arkitektur</a:t>
            </a:r>
          </a:p>
        </p:txBody>
      </p:sp>
      <p:sp>
        <p:nvSpPr>
          <p:cNvPr id="20" name="Host Container"/>
          <p:cNvSpPr/>
          <p:nvPr/>
        </p:nvSpPr>
        <p:spPr>
          <a:xfrm>
            <a:off x="609600" y="1143000"/>
            <a:ext cx="4660900" cy="43180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9050" cmpd="sng">
            <a:solidFill>
              <a:srgbClr val="4A7FB5"/>
            </a:solidFill>
            <a:prstDash val="dash"/>
          </a:ln>
        </p:spPr>
        <p:txBody>
          <a:bodyPr wrap="square" lIns="72000" tIns="72000" rIns="72000" bIns="72000" anchor="t"/>
          <a:lstStyle/>
          <a:p>
            <a:pPr algn="l"/>
            <a:r>
              <a:rPr lang="nb-NO" sz="1600" b="1" dirty="0">
                <a:solidFill>
                  <a:srgbClr val="4A7FB5"/>
                </a:solidFill>
              </a:rPr>
              <a:t>MCP Host (f.eks. Claude Desktop, IDE)</a:t>
            </a:r>
          </a:p>
        </p:txBody>
      </p:sp>
      <p:sp>
        <p:nvSpPr>
          <p:cNvPr id="21" name="LLM"/>
          <p:cNvSpPr/>
          <p:nvPr/>
        </p:nvSpPr>
        <p:spPr>
          <a:xfrm>
            <a:off x="889000" y="1651000"/>
            <a:ext cx="1651000" cy="762000"/>
          </a:xfrm>
          <a:prstGeom prst="roundRect">
            <a:avLst>
              <a:gd name="adj" fmla="val 10000"/>
            </a:avLst>
          </a:prstGeom>
          <a:solidFill>
            <a:srgbClr val="2F5496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nb-NO" sz="1800" b="1" dirty="0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22" name="MCP Client"/>
          <p:cNvSpPr/>
          <p:nvPr/>
        </p:nvSpPr>
        <p:spPr>
          <a:xfrm>
            <a:off x="889000" y="2921000"/>
            <a:ext cx="1651000" cy="762000"/>
          </a:xfrm>
          <a:prstGeom prst="roundRect">
            <a:avLst>
              <a:gd name="adj" fmla="val 10000"/>
            </a:avLst>
          </a:prstGeom>
          <a:solidFill>
            <a:srgbClr val="4A7FB5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nb-NO" sz="1800" b="1" dirty="0">
                <a:solidFill>
                  <a:srgbClr val="FFFFFF"/>
                </a:solidFill>
              </a:rPr>
              <a:t>MCP Klient</a:t>
            </a:r>
          </a:p>
        </p:txBody>
      </p:sp>
      <p:sp>
        <p:nvSpPr>
          <p:cNvPr id="23" name="Arrow1"/>
          <p:cNvSpPr/>
          <p:nvPr/>
        </p:nvSpPr>
        <p:spPr>
          <a:xfrm rot="5400000">
            <a:off x="1397000" y="2476500"/>
            <a:ext cx="635000" cy="355600"/>
          </a:xfrm>
          <a:prstGeom prst="rightArrow">
            <a:avLst/>
          </a:prstGeom>
          <a:solidFill>
            <a:srgbClr val="7BA1C7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endParaRPr/>
          </a:p>
        </p:txBody>
      </p:sp>
      <p:sp>
        <p:nvSpPr>
          <p:cNvPr id="24" name="MCP Client 2"/>
          <p:cNvSpPr/>
          <p:nvPr/>
        </p:nvSpPr>
        <p:spPr>
          <a:xfrm>
            <a:off x="3429000" y="2921000"/>
            <a:ext cx="1651000" cy="762000"/>
          </a:xfrm>
          <a:prstGeom prst="roundRect">
            <a:avLst>
              <a:gd name="adj" fmla="val 10000"/>
            </a:avLst>
          </a:prstGeom>
          <a:solidFill>
            <a:srgbClr val="4A7FB5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nb-NO" sz="1800" b="1" dirty="0">
                <a:solidFill>
                  <a:srgbClr val="FFFFFF"/>
                </a:solidFill>
              </a:rPr>
              <a:t>MCP Klient</a:t>
            </a:r>
          </a:p>
        </p:txBody>
      </p:sp>
      <p:sp>
        <p:nvSpPr>
          <p:cNvPr id="25" name="Arrow2"/>
          <p:cNvSpPr/>
          <p:nvPr/>
        </p:nvSpPr>
        <p:spPr>
          <a:xfrm rot="5400000">
            <a:off x="3937000" y="2476500"/>
            <a:ext cx="635000" cy="355600"/>
          </a:xfrm>
          <a:prstGeom prst="rightArrow">
            <a:avLst/>
          </a:prstGeom>
          <a:solidFill>
            <a:srgbClr val="7BA1C7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endParaRPr/>
          </a:p>
        </p:txBody>
      </p:sp>
      <p:sp>
        <p:nvSpPr>
          <p:cNvPr id="26" name="Protocol Label"/>
          <p:cNvSpPr txBox="1"/>
          <p:nvPr/>
        </p:nvSpPr>
        <p:spPr>
          <a:xfrm>
            <a:off x="1714500" y="25400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/>
          <a:lstStyle/>
          <a:p>
            <a:pPr algn="ctr"/>
            <a:r>
              <a:rPr lang="nb-NO" sz="1400" dirty="0">
                <a:solidFill>
                  <a:srgbClr val="666666"/>
                </a:solidFill>
              </a:rPr>
              <a:t>MCP Protokoll</a:t>
            </a:r>
          </a:p>
        </p:txBody>
      </p:sp>
      <p:sp>
        <p:nvSpPr>
          <p:cNvPr id="30" name="MCP Server 1"/>
          <p:cNvSpPr/>
          <p:nvPr/>
        </p:nvSpPr>
        <p:spPr>
          <a:xfrm>
            <a:off x="6604000" y="1524000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D4652F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nb-NO" sz="1600" b="1" dirty="0">
                <a:solidFill>
                  <a:srgbClr val="FFFFFF"/>
                </a:solidFill>
              </a:rPr>
              <a:t>MCP Server A</a:t>
            </a:r>
          </a:p>
        </p:txBody>
      </p:sp>
      <p:sp>
        <p:nvSpPr>
          <p:cNvPr id="31" name="Server1 Desc"/>
          <p:cNvSpPr txBox="1"/>
          <p:nvPr/>
        </p:nvSpPr>
        <p:spPr>
          <a:xfrm>
            <a:off x="6604000" y="24765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/>
          <a:lstStyle/>
          <a:p>
            <a:pPr algn="ctr"/>
            <a:r>
              <a:rPr lang="nb-NO" sz="1400" dirty="0">
                <a:solidFill>
                  <a:srgbClr val="666666"/>
                </a:solidFill>
              </a:rPr>
              <a:t>Database / API</a:t>
            </a:r>
          </a:p>
        </p:txBody>
      </p:sp>
      <p:sp>
        <p:nvSpPr>
          <p:cNvPr id="32" name="MCP Server 2"/>
          <p:cNvSpPr/>
          <p:nvPr/>
        </p:nvSpPr>
        <p:spPr>
          <a:xfrm>
            <a:off x="6604000" y="3175000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D4652F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nb-NO" sz="1600" b="1" dirty="0">
                <a:solidFill>
                  <a:srgbClr val="FFFFFF"/>
                </a:solidFill>
              </a:rPr>
              <a:t>MCP Server B</a:t>
            </a:r>
          </a:p>
        </p:txBody>
      </p:sp>
      <p:sp>
        <p:nvSpPr>
          <p:cNvPr id="33" name="Server2 Desc"/>
          <p:cNvSpPr txBox="1"/>
          <p:nvPr/>
        </p:nvSpPr>
        <p:spPr>
          <a:xfrm>
            <a:off x="6604000" y="41275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/>
          <a:lstStyle/>
          <a:p>
            <a:pPr algn="ctr"/>
            <a:r>
              <a:rPr lang="nb-NO" sz="1400" dirty="0">
                <a:solidFill>
                  <a:srgbClr val="666666"/>
                </a:solidFill>
              </a:rPr>
              <a:t>Filsystem / Git</a:t>
            </a:r>
          </a:p>
        </p:txBody>
      </p:sp>
      <p:sp>
        <p:nvSpPr>
          <p:cNvPr id="34" name="Arrow3"/>
          <p:cNvSpPr/>
          <p:nvPr/>
        </p:nvSpPr>
        <p:spPr>
          <a:xfrm>
            <a:off x="5406478" y="1790700"/>
            <a:ext cx="1016000" cy="355600"/>
          </a:xfrm>
          <a:prstGeom prst="rightArrow">
            <a:avLst/>
          </a:prstGeom>
          <a:solidFill>
            <a:srgbClr val="D4652F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endParaRPr/>
          </a:p>
        </p:txBody>
      </p:sp>
      <p:sp>
        <p:nvSpPr>
          <p:cNvPr id="35" name="Arrow4"/>
          <p:cNvSpPr/>
          <p:nvPr/>
        </p:nvSpPr>
        <p:spPr>
          <a:xfrm>
            <a:off x="5384362" y="3384550"/>
            <a:ext cx="1016000" cy="355600"/>
          </a:xfrm>
          <a:prstGeom prst="rightArrow">
            <a:avLst/>
          </a:prstGeom>
          <a:solidFill>
            <a:srgbClr val="D4652F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endParaRPr/>
          </a:p>
        </p:txBody>
      </p:sp>
      <p:sp>
        <p:nvSpPr>
          <p:cNvPr id="40" name="Data1"/>
          <p:cNvSpPr/>
          <p:nvPr/>
        </p:nvSpPr>
        <p:spPr>
          <a:xfrm>
            <a:off x="9271000" y="1651000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5B9A3E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nb-NO" sz="1400" b="1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41" name="Data2"/>
          <p:cNvSpPr/>
          <p:nvPr/>
        </p:nvSpPr>
        <p:spPr>
          <a:xfrm>
            <a:off x="9271000" y="3302000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5B9A3E"/>
          </a:solidFill>
          <a:ln>
            <a:noFill/>
          </a:ln>
        </p:spPr>
        <p:txBody>
          <a:bodyPr wrap="square" lIns="36000" tIns="36000" rIns="36000" bIns="36000" anchor="ctr"/>
          <a:lstStyle/>
          <a:p>
            <a:pPr algn="ctr"/>
            <a:r>
              <a:rPr lang="nb-NO" sz="1400" b="1" dirty="0">
                <a:solidFill>
                  <a:srgbClr val="FFFFFF"/>
                </a:solidFill>
              </a:rPr>
              <a:t>Filsystem</a:t>
            </a:r>
          </a:p>
        </p:txBody>
      </p:sp>
      <p:sp>
        <p:nvSpPr>
          <p:cNvPr id="42" name="Arrow5"/>
          <p:cNvSpPr/>
          <p:nvPr/>
        </p:nvSpPr>
        <p:spPr>
          <a:xfrm>
            <a:off x="8826500" y="1803400"/>
            <a:ext cx="381000" cy="279400"/>
          </a:xfrm>
          <a:prstGeom prst="rightArrow">
            <a:avLst/>
          </a:prstGeom>
          <a:solidFill>
            <a:srgbClr val="5B9A3E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endParaRPr/>
          </a:p>
        </p:txBody>
      </p:sp>
      <p:sp>
        <p:nvSpPr>
          <p:cNvPr id="43" name="Arrow6"/>
          <p:cNvSpPr/>
          <p:nvPr/>
        </p:nvSpPr>
        <p:spPr>
          <a:xfrm>
            <a:off x="8826500" y="3454400"/>
            <a:ext cx="381000" cy="279400"/>
          </a:xfrm>
          <a:prstGeom prst="rightArrow">
            <a:avLst/>
          </a:prstGeom>
          <a:solidFill>
            <a:srgbClr val="5B9A3E"/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endParaRPr/>
          </a:p>
        </p:txBody>
      </p:sp>
      <p:sp>
        <p:nvSpPr>
          <p:cNvPr id="50" name="Bottom"/>
          <p:cNvSpPr txBox="1"/>
          <p:nvPr/>
        </p:nvSpPr>
        <p:spPr>
          <a:xfrm>
            <a:off x="508000" y="57531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/>
          <a:lstStyle/>
          <a:p>
            <a:pPr algn="ctr"/>
            <a:r>
              <a:rPr lang="nb-NO" sz="1400" dirty="0">
                <a:solidFill>
                  <a:srgbClr val="888888"/>
                </a:solidFill>
              </a:rPr>
              <a:t>JSON-RPC 2.0  •  STDIO / HTTP+SSE / Streamable HTTP</a:t>
            </a:r>
          </a:p>
        </p:txBody>
      </p:sp>
    </p:spTree>
    <p:extLst>
      <p:ext uri="{BB962C8B-B14F-4D97-AF65-F5344CB8AC3E}">
        <p14:creationId xmlns:p14="http://schemas.microsoft.com/office/powerpoint/2010/main" val="427343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442BA-7286-E2FE-B556-8942312A1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6A261-AE7D-42F9-AFD2-831FB6569B1B}"/>
              </a:ext>
            </a:extLst>
          </p:cNvPr>
          <p:cNvSpPr txBox="1"/>
          <p:nvPr/>
        </p:nvSpPr>
        <p:spPr>
          <a:xfrm>
            <a:off x="1193800" y="482600"/>
            <a:ext cx="88392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nb-NO" sz="3600">
                <a:cs typeface="Arial"/>
              </a:rPr>
              <a:t>MCP Primitiver</a:t>
            </a:r>
            <a:endParaRPr lang="nb-NO" sz="3600" dirty="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DE0B6-117F-6D17-E28A-A1149235596B}"/>
              </a:ext>
            </a:extLst>
          </p:cNvPr>
          <p:cNvSpPr txBox="1"/>
          <p:nvPr/>
        </p:nvSpPr>
        <p:spPr>
          <a:xfrm>
            <a:off x="990600" y="1714500"/>
            <a:ext cx="10274300" cy="33239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79400" indent="-279400">
              <a:buNone/>
            </a:pPr>
            <a:r>
              <a:rPr lang="nb-NO" sz="2400" b="1" kern="0" noProof="1">
                <a:solidFill>
                  <a:srgbClr val="2F5496"/>
                </a:solidFill>
                <a:cs typeface="Arial"/>
              </a:rPr>
              <a:t>Tools (Verktøy)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Funksjoner AI-en kan kalle – f.eks. create_issue, query_db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Krever bruker-godkjenning før utførelse</a:t>
            </a:r>
          </a:p>
          <a:p>
            <a:pPr marL="0" indent="0">
              <a:buNone/>
            </a:pPr>
            <a:endParaRPr lang="nb-NO" sz="600" kern="0" noProof="1"/>
          </a:p>
          <a:p>
            <a:pPr marL="279400" indent="-279400">
              <a:buNone/>
            </a:pPr>
            <a:r>
              <a:rPr lang="nb-NO" sz="2400" b="1" kern="0" noProof="1">
                <a:solidFill>
                  <a:srgbClr val="2F5496"/>
                </a:solidFill>
                <a:cs typeface="Arial"/>
              </a:rPr>
              <a:t>Resources (Ressurser)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Strukturerte datakilder AI-en kan lese – fil, API-svar, config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Gir kontekst uten aktive kall</a:t>
            </a:r>
          </a:p>
          <a:p>
            <a:pPr marL="0" indent="0">
              <a:buNone/>
            </a:pPr>
            <a:endParaRPr lang="nb-NO" sz="600" kern="0" noProof="1"/>
          </a:p>
          <a:p>
            <a:pPr marL="279400" indent="-279400">
              <a:buNone/>
            </a:pPr>
            <a:r>
              <a:rPr lang="nb-NO" sz="2400" b="1" kern="0" noProof="1">
                <a:solidFill>
                  <a:srgbClr val="2F5496"/>
                </a:solidFill>
                <a:cs typeface="Arial"/>
              </a:rPr>
              <a:t>Prompts (Maler)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Forhåndsdefinerte maler som styrer AI-ens oppførsel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Strukturert input i stedet for vag tekst</a:t>
            </a:r>
          </a:p>
          <a:p>
            <a:pPr marL="0" indent="0">
              <a:buNone/>
            </a:pPr>
            <a:endParaRPr lang="nb-NO" sz="600" kern="0" noProof="1"/>
          </a:p>
        </p:txBody>
      </p:sp>
    </p:spTree>
    <p:extLst>
      <p:ext uri="{BB962C8B-B14F-4D97-AF65-F5344CB8AC3E}">
        <p14:creationId xmlns:p14="http://schemas.microsoft.com/office/powerpoint/2010/main" val="4148307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F2B363-3453-49D7-93FD-8FBFF75955DD}"/>
              </a:ext>
            </a:extLst>
          </p:cNvPr>
          <p:cNvSpPr txBox="1"/>
          <p:nvPr/>
        </p:nvSpPr>
        <p:spPr bwMode="auto">
          <a:xfrm>
            <a:off x="1198034" y="489268"/>
            <a:ext cx="10509251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Overflow="overflow" vert="horz" wrap="square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nb-NO" sz="3614" b="1" dirty="0">
                <a:solidFill>
                  <a:srgbClr val="3F2163"/>
                </a:solidFill>
                <a:latin typeface="+mj-lt"/>
                <a:ea typeface="+mj-ea"/>
                <a:cs typeface="+mj-cs"/>
              </a:rPr>
              <a:t>MCP Primitiver – i praksis 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07402B35-2747-174C-5831-967D24653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6938679"/>
              </p:ext>
            </p:extLst>
          </p:nvPr>
        </p:nvGraphicFramePr>
        <p:xfrm>
          <a:off x="1198034" y="1546866"/>
          <a:ext cx="10509251" cy="4653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0349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245262-A52E-4343-8643-7918183D275E}"/>
              </a:ext>
            </a:extLst>
          </p:cNvPr>
          <p:cNvSpPr txBox="1"/>
          <p:nvPr/>
        </p:nvSpPr>
        <p:spPr>
          <a:xfrm>
            <a:off x="1193800" y="190500"/>
            <a:ext cx="88392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/>
              <a:t>MCP Protokoll-flyt</a:t>
            </a:r>
          </a:p>
        </p:txBody>
      </p:sp>
      <p:sp>
        <p:nvSpPr>
          <p:cNvPr id="20" name="Box20"/>
          <p:cNvSpPr/>
          <p:nvPr/>
        </p:nvSpPr>
        <p:spPr>
          <a:xfrm>
            <a:off x="1016000" y="889000"/>
            <a:ext cx="2032000" cy="508000"/>
          </a:xfrm>
          <a:prstGeom prst="roundRect">
            <a:avLst>
              <a:gd name="adj" fmla="val 10000"/>
            </a:avLst>
          </a:prstGeom>
          <a:solidFill>
            <a:srgbClr val="4A7FB5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nb-NO" sz="1600" b="1" dirty="0">
                <a:solidFill>
                  <a:srgbClr val="FFFFFF"/>
                </a:solidFill>
              </a:rPr>
              <a:t>MCP Klient</a:t>
            </a:r>
          </a:p>
        </p:txBody>
      </p:sp>
      <p:sp>
        <p:nvSpPr>
          <p:cNvPr id="21" name="Box21"/>
          <p:cNvSpPr/>
          <p:nvPr/>
        </p:nvSpPr>
        <p:spPr>
          <a:xfrm>
            <a:off x="7874000" y="889000"/>
            <a:ext cx="2032000" cy="508000"/>
          </a:xfrm>
          <a:prstGeom prst="roundRect">
            <a:avLst>
              <a:gd name="adj" fmla="val 10000"/>
            </a:avLst>
          </a:prstGeom>
          <a:solidFill>
            <a:srgbClr val="D4652F"/>
          </a:solidFill>
          <a:ln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nb-NO" sz="1600" b="1" dirty="0">
                <a:solidFill>
                  <a:srgbClr val="FFFFFF"/>
                </a:solidFill>
              </a:rPr>
              <a:t>MCP Server</a:t>
            </a:r>
          </a:p>
        </p:txBody>
      </p:sp>
      <p:cxnSp>
        <p:nvCxnSpPr>
          <p:cNvPr id="22" name="Line22"/>
          <p:cNvCxnSpPr/>
          <p:nvPr/>
        </p:nvCxnSpPr>
        <p:spPr>
          <a:xfrm>
            <a:off x="2032000" y="1397000"/>
            <a:ext cx="0" cy="5080000"/>
          </a:xfrm>
          <a:prstGeom prst="line">
            <a:avLst/>
          </a:prstGeom>
          <a:ln w="12700">
            <a:prstDash val="dash"/>
          </a:ln>
        </p:spPr>
      </p:cxnSp>
      <p:cxnSp>
        <p:nvCxnSpPr>
          <p:cNvPr id="23" name="Line23"/>
          <p:cNvCxnSpPr/>
          <p:nvPr/>
        </p:nvCxnSpPr>
        <p:spPr>
          <a:xfrm>
            <a:off x="8890000" y="1397000"/>
            <a:ext cx="0" cy="5080000"/>
          </a:xfrm>
          <a:prstGeom prst="line">
            <a:avLst/>
          </a:prstGeom>
          <a:ln w="12700">
            <a:prstDash val="dash"/>
          </a:ln>
        </p:spPr>
      </p:cxnSp>
      <p:cxnSp>
        <p:nvCxnSpPr>
          <p:cNvPr id="30" name="Arrow30"/>
          <p:cNvCxnSpPr/>
          <p:nvPr/>
        </p:nvCxnSpPr>
        <p:spPr>
          <a:xfrm>
            <a:off x="2032000" y="1651000"/>
            <a:ext cx="6858000" cy="0"/>
          </a:xfrm>
          <a:prstGeom prst="line">
            <a:avLst/>
          </a:prstGeom>
          <a:ln w="19050">
            <a:solidFill>
              <a:srgbClr val="2F5496"/>
            </a:solidFill>
            <a:tailEnd type="triangle" w="med" len="med"/>
          </a:ln>
        </p:spPr>
      </p:cxnSp>
      <p:sp>
        <p:nvSpPr>
          <p:cNvPr id="31" name="Label31"/>
          <p:cNvSpPr txBox="1"/>
          <p:nvPr/>
        </p:nvSpPr>
        <p:spPr>
          <a:xfrm>
            <a:off x="2032000" y="1397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nb-NO" sz="1200" b="1" dirty="0">
                <a:solidFill>
                  <a:srgbClr val="2F5496"/>
                </a:solidFill>
              </a:rPr>
              <a:t>1. initialize {protocolVersion, capabilities}</a:t>
            </a:r>
          </a:p>
        </p:txBody>
      </p:sp>
      <p:cxnSp>
        <p:nvCxnSpPr>
          <p:cNvPr id="32" name="Arrow32"/>
          <p:cNvCxnSpPr/>
          <p:nvPr/>
        </p:nvCxnSpPr>
        <p:spPr>
          <a:xfrm flipH="1">
            <a:off x="2032000" y="2159000"/>
            <a:ext cx="6858000" cy="0"/>
          </a:xfrm>
          <a:prstGeom prst="line">
            <a:avLst/>
          </a:prstGeom>
          <a:ln w="19050">
            <a:solidFill>
              <a:srgbClr val="D4652F"/>
            </a:solidFill>
            <a:tailEnd type="triangle" w="med" len="med"/>
          </a:ln>
        </p:spPr>
      </p:cxnSp>
      <p:sp>
        <p:nvSpPr>
          <p:cNvPr id="33" name="Label33"/>
          <p:cNvSpPr txBox="1"/>
          <p:nvPr/>
        </p:nvSpPr>
        <p:spPr>
          <a:xfrm>
            <a:off x="2032000" y="1905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nb-NO" sz="1200" dirty="0">
                <a:solidFill>
                  <a:srgbClr val="D4652F"/>
                </a:solidFill>
              </a:rPr>
              <a:t>2. {protocolVersion, capabilities, serverInfo}</a:t>
            </a:r>
          </a:p>
        </p:txBody>
      </p:sp>
      <p:cxnSp>
        <p:nvCxnSpPr>
          <p:cNvPr id="34" name="Arrow34"/>
          <p:cNvCxnSpPr/>
          <p:nvPr/>
        </p:nvCxnSpPr>
        <p:spPr>
          <a:xfrm>
            <a:off x="2032000" y="2667000"/>
            <a:ext cx="6858000" cy="0"/>
          </a:xfrm>
          <a:prstGeom prst="line">
            <a:avLst/>
          </a:prstGeom>
          <a:ln w="19050">
            <a:solidFill>
              <a:srgbClr val="2F5496"/>
            </a:solidFill>
            <a:tailEnd type="triangle" w="med" len="med"/>
          </a:ln>
        </p:spPr>
      </p:cxnSp>
      <p:sp>
        <p:nvSpPr>
          <p:cNvPr id="35" name="Label35"/>
          <p:cNvSpPr txBox="1"/>
          <p:nvPr/>
        </p:nvSpPr>
        <p:spPr>
          <a:xfrm>
            <a:off x="2032000" y="2413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nb-NO" sz="1200" b="1" dirty="0">
                <a:solidFill>
                  <a:srgbClr val="2F5496"/>
                </a:solidFill>
              </a:rPr>
              <a:t>3. notifications/initialized</a:t>
            </a:r>
          </a:p>
        </p:txBody>
      </p:sp>
      <p:sp>
        <p:nvSpPr>
          <p:cNvPr id="36" name="Label36"/>
          <p:cNvSpPr txBox="1"/>
          <p:nvPr/>
        </p:nvSpPr>
        <p:spPr>
          <a:xfrm>
            <a:off x="381000" y="2895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b-NO" sz="1200" dirty="0">
                <a:solidFill>
                  <a:srgbClr val="888888"/>
                </a:solidFill>
              </a:rPr>
              <a:t>— Initialisert —</a:t>
            </a:r>
          </a:p>
        </p:txBody>
      </p:sp>
      <p:cxnSp>
        <p:nvCxnSpPr>
          <p:cNvPr id="37" name="Arrow37"/>
          <p:cNvCxnSpPr/>
          <p:nvPr/>
        </p:nvCxnSpPr>
        <p:spPr>
          <a:xfrm>
            <a:off x="2032000" y="3429000"/>
            <a:ext cx="6858000" cy="0"/>
          </a:xfrm>
          <a:prstGeom prst="line">
            <a:avLst/>
          </a:prstGeom>
          <a:ln w="19050">
            <a:solidFill>
              <a:srgbClr val="2F5496"/>
            </a:solidFill>
            <a:tailEnd type="triangle" w="med" len="med"/>
          </a:ln>
        </p:spPr>
      </p:cxnSp>
      <p:sp>
        <p:nvSpPr>
          <p:cNvPr id="38" name="Label38"/>
          <p:cNvSpPr txBox="1"/>
          <p:nvPr/>
        </p:nvSpPr>
        <p:spPr>
          <a:xfrm>
            <a:off x="2032000" y="3175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nb-NO" sz="1200" b="1" dirty="0">
                <a:solidFill>
                  <a:srgbClr val="2F5496"/>
                </a:solidFill>
              </a:rPr>
              <a:t>4. tools/list</a:t>
            </a:r>
          </a:p>
        </p:txBody>
      </p:sp>
      <p:cxnSp>
        <p:nvCxnSpPr>
          <p:cNvPr id="39" name="Arrow39"/>
          <p:cNvCxnSpPr/>
          <p:nvPr/>
        </p:nvCxnSpPr>
        <p:spPr>
          <a:xfrm flipH="1">
            <a:off x="2032000" y="3937000"/>
            <a:ext cx="6858000" cy="0"/>
          </a:xfrm>
          <a:prstGeom prst="line">
            <a:avLst/>
          </a:prstGeom>
          <a:ln w="19050">
            <a:solidFill>
              <a:srgbClr val="D4652F"/>
            </a:solidFill>
            <a:tailEnd type="triangle" w="med" len="med"/>
          </a:ln>
        </p:spPr>
      </p:cxnSp>
      <p:sp>
        <p:nvSpPr>
          <p:cNvPr id="40" name="Label40"/>
          <p:cNvSpPr txBox="1"/>
          <p:nvPr/>
        </p:nvSpPr>
        <p:spPr>
          <a:xfrm>
            <a:off x="2032000" y="3683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nb-NO" sz="1200" dirty="0">
                <a:solidFill>
                  <a:srgbClr val="D4652F"/>
                </a:solidFill>
              </a:rPr>
              <a:t>5. {tools: [{name, description, inputSchema}]}</a:t>
            </a:r>
          </a:p>
        </p:txBody>
      </p:sp>
      <p:cxnSp>
        <p:nvCxnSpPr>
          <p:cNvPr id="41" name="Arrow41"/>
          <p:cNvCxnSpPr/>
          <p:nvPr/>
        </p:nvCxnSpPr>
        <p:spPr>
          <a:xfrm>
            <a:off x="2032000" y="4572000"/>
            <a:ext cx="6858000" cy="0"/>
          </a:xfrm>
          <a:prstGeom prst="line">
            <a:avLst/>
          </a:prstGeom>
          <a:ln w="19050">
            <a:solidFill>
              <a:srgbClr val="2F5496"/>
            </a:solidFill>
            <a:tailEnd type="triangle" w="med" len="med"/>
          </a:ln>
        </p:spPr>
      </p:cxnSp>
      <p:sp>
        <p:nvSpPr>
          <p:cNvPr id="42" name="Label42"/>
          <p:cNvSpPr txBox="1"/>
          <p:nvPr/>
        </p:nvSpPr>
        <p:spPr>
          <a:xfrm>
            <a:off x="2032000" y="4318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nb-NO" sz="1200" b="1" dirty="0">
                <a:solidFill>
                  <a:srgbClr val="2F5496"/>
                </a:solidFill>
              </a:rPr>
              <a:t>6. tools/call {name, arguments}</a:t>
            </a:r>
          </a:p>
        </p:txBody>
      </p:sp>
      <p:cxnSp>
        <p:nvCxnSpPr>
          <p:cNvPr id="43" name="Arrow43"/>
          <p:cNvCxnSpPr/>
          <p:nvPr/>
        </p:nvCxnSpPr>
        <p:spPr>
          <a:xfrm flipH="1">
            <a:off x="2032000" y="5080000"/>
            <a:ext cx="6858000" cy="0"/>
          </a:xfrm>
          <a:prstGeom prst="line">
            <a:avLst/>
          </a:prstGeom>
          <a:ln w="19050">
            <a:solidFill>
              <a:srgbClr val="D4652F"/>
            </a:solidFill>
            <a:tailEnd type="triangle" w="med" len="med"/>
          </a:ln>
        </p:spPr>
      </p:cxnSp>
      <p:sp>
        <p:nvSpPr>
          <p:cNvPr id="44" name="Label44"/>
          <p:cNvSpPr txBox="1"/>
          <p:nvPr/>
        </p:nvSpPr>
        <p:spPr>
          <a:xfrm>
            <a:off x="2032000" y="4826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nb-NO" sz="1200" dirty="0">
                <a:solidFill>
                  <a:srgbClr val="D4652F"/>
                </a:solidFill>
              </a:rPr>
              <a:t>7. {content: [{type, text}], isError}</a:t>
            </a:r>
          </a:p>
        </p:txBody>
      </p:sp>
      <p:cxnSp>
        <p:nvCxnSpPr>
          <p:cNvPr id="45" name="Arrow45"/>
          <p:cNvCxnSpPr/>
          <p:nvPr/>
        </p:nvCxnSpPr>
        <p:spPr>
          <a:xfrm>
            <a:off x="2032000" y="5715000"/>
            <a:ext cx="6858000" cy="0"/>
          </a:xfrm>
          <a:prstGeom prst="line">
            <a:avLst/>
          </a:prstGeom>
          <a:ln w="19050">
            <a:solidFill>
              <a:srgbClr val="7BA1C7"/>
            </a:solidFill>
            <a:tailEnd type="triangle" w="med" len="med"/>
          </a:ln>
        </p:spPr>
      </p:cxnSp>
      <p:sp>
        <p:nvSpPr>
          <p:cNvPr id="46" name="Label46"/>
          <p:cNvSpPr txBox="1"/>
          <p:nvPr/>
        </p:nvSpPr>
        <p:spPr>
          <a:xfrm>
            <a:off x="2032000" y="5461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nb-NO" sz="1200" b="1" dirty="0">
                <a:solidFill>
                  <a:srgbClr val="7BA1C7"/>
                </a:solidFill>
              </a:rPr>
              <a:t>8. resources/list  |  resources/read</a:t>
            </a:r>
          </a:p>
        </p:txBody>
      </p:sp>
      <p:cxnSp>
        <p:nvCxnSpPr>
          <p:cNvPr id="47" name="Arrow47"/>
          <p:cNvCxnSpPr/>
          <p:nvPr/>
        </p:nvCxnSpPr>
        <p:spPr>
          <a:xfrm flipH="1">
            <a:off x="2032000" y="6223000"/>
            <a:ext cx="6858000" cy="0"/>
          </a:xfrm>
          <a:prstGeom prst="line">
            <a:avLst/>
          </a:prstGeom>
          <a:ln w="19050">
            <a:solidFill>
              <a:srgbClr val="D4885A"/>
            </a:solidFill>
            <a:tailEnd type="triangle" w="med" len="med"/>
          </a:ln>
        </p:spPr>
      </p:cxnSp>
      <p:sp>
        <p:nvSpPr>
          <p:cNvPr id="48" name="Label48"/>
          <p:cNvSpPr txBox="1"/>
          <p:nvPr/>
        </p:nvSpPr>
        <p:spPr>
          <a:xfrm>
            <a:off x="2032000" y="59690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nb-NO" sz="1200" dirty="0">
                <a:solidFill>
                  <a:srgbClr val="D4885A"/>
                </a:solidFill>
              </a:rPr>
              <a:t>9. {contents: [{uri, mimeType, text}]}</a:t>
            </a:r>
          </a:p>
        </p:txBody>
      </p:sp>
      <p:sp>
        <p:nvSpPr>
          <p:cNvPr id="50" name="Label50"/>
          <p:cNvSpPr txBox="1"/>
          <p:nvPr/>
        </p:nvSpPr>
        <p:spPr>
          <a:xfrm>
            <a:off x="10160000" y="16510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b-NO" sz="1200" b="1" dirty="0">
                <a:solidFill>
                  <a:srgbClr val="2F5496"/>
                </a:solidFill>
              </a:rPr>
              <a:t>→ Request</a:t>
            </a:r>
          </a:p>
        </p:txBody>
      </p:sp>
      <p:sp>
        <p:nvSpPr>
          <p:cNvPr id="51" name="Label51"/>
          <p:cNvSpPr txBox="1"/>
          <p:nvPr/>
        </p:nvSpPr>
        <p:spPr>
          <a:xfrm>
            <a:off x="10160000" y="19685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b-NO" sz="1200" b="1" dirty="0">
                <a:solidFill>
                  <a:srgbClr val="D4652F"/>
                </a:solidFill>
              </a:rPr>
              <a:t>← Response</a:t>
            </a:r>
          </a:p>
        </p:txBody>
      </p:sp>
      <p:sp>
        <p:nvSpPr>
          <p:cNvPr id="52" name="Label52"/>
          <p:cNvSpPr txBox="1"/>
          <p:nvPr/>
        </p:nvSpPr>
        <p:spPr>
          <a:xfrm>
            <a:off x="10160000" y="2413000"/>
            <a:ext cx="1778000" cy="4445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l"/>
            <a:r>
              <a:rPr lang="nb-NO" sz="1400" dirty="0">
                <a:solidFill>
                  <a:srgbClr val="888888"/>
                </a:solidFill>
              </a:rPr>
              <a:t>JSON-RPC 2.0</a:t>
            </a:r>
          </a:p>
        </p:txBody>
      </p:sp>
    </p:spTree>
    <p:extLst>
      <p:ext uri="{BB962C8B-B14F-4D97-AF65-F5344CB8AC3E}">
        <p14:creationId xmlns:p14="http://schemas.microsoft.com/office/powerpoint/2010/main" val="283634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B0C7-763C-1E20-E30C-594FE18FC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3600" dirty="0">
                <a:cs typeface="Arial"/>
              </a:rPr>
              <a:t>MCP JSON-RPC – Eksempler</a:t>
            </a:r>
          </a:p>
        </p:txBody>
      </p:sp>
      <p:sp>
        <p:nvSpPr>
          <p:cNvPr id="10" name="LabelLeft"/>
          <p:cNvSpPr txBox="1"/>
          <p:nvPr/>
        </p:nvSpPr>
        <p:spPr>
          <a:xfrm>
            <a:off x="698500" y="1168400"/>
            <a:ext cx="5588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nb-NO" sz="1600" b="1" dirty="0">
                <a:solidFill>
                  <a:srgbClr val="2F5496"/>
                </a:solidFill>
                <a:latin typeface="Calibri"/>
              </a:rPr>
              <a:t>Klient → Server (tools/call)</a:t>
            </a:r>
          </a:p>
        </p:txBody>
      </p:sp>
      <p:sp>
        <p:nvSpPr>
          <p:cNvPr id="11" name="CodeBgLeft"/>
          <p:cNvSpPr/>
          <p:nvPr/>
        </p:nvSpPr>
        <p:spPr>
          <a:xfrm>
            <a:off x="698500" y="1422400"/>
            <a:ext cx="5588000" cy="24765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0">
            <a:noFill/>
          </a:ln>
        </p:spPr>
        <p:txBody>
          <a:bodyPr wrap="square" lIns="0" tIns="0" rIns="0" bIns="0" anchor="ctr"/>
          <a:lstStyle/>
          <a:p>
            <a:endParaRPr lang="nb-NO" sz="100"/>
          </a:p>
        </p:txBody>
      </p:sp>
      <p:sp>
        <p:nvSpPr>
          <p:cNvPr id="12" name="CodeLeft"/>
          <p:cNvSpPr txBox="1"/>
          <p:nvPr/>
        </p:nvSpPr>
        <p:spPr>
          <a:xfrm>
            <a:off x="800100" y="1473200"/>
            <a:ext cx="5384800" cy="2387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{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"jsonrpc"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"2.0"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"id"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"method"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"tools/call"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"params"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"name"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"get_customer"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"arguments"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  "custNum"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42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}</a:t>
            </a:r>
          </a:p>
        </p:txBody>
      </p:sp>
      <p:sp>
        <p:nvSpPr>
          <p:cNvPr id="20" name="LabelRight"/>
          <p:cNvSpPr txBox="1"/>
          <p:nvPr/>
        </p:nvSpPr>
        <p:spPr>
          <a:xfrm>
            <a:off x="6413500" y="1168400"/>
            <a:ext cx="5588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nb-NO" sz="1600" b="1" dirty="0">
                <a:solidFill>
                  <a:srgbClr val="2F5496"/>
                </a:solidFill>
                <a:latin typeface="Calibri"/>
              </a:rPr>
              <a:t>Server → Klient (resultat)</a:t>
            </a:r>
          </a:p>
        </p:txBody>
      </p:sp>
      <p:sp>
        <p:nvSpPr>
          <p:cNvPr id="21" name="CodeBgRight"/>
          <p:cNvSpPr/>
          <p:nvPr/>
        </p:nvSpPr>
        <p:spPr>
          <a:xfrm>
            <a:off x="6413500" y="1422400"/>
            <a:ext cx="5588000" cy="24765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0">
            <a:noFill/>
          </a:ln>
        </p:spPr>
        <p:txBody>
          <a:bodyPr wrap="square" lIns="0" tIns="0" rIns="0" bIns="0" anchor="ctr"/>
          <a:lstStyle/>
          <a:p>
            <a:endParaRPr lang="nb-NO" sz="100"/>
          </a:p>
        </p:txBody>
      </p:sp>
      <p:sp>
        <p:nvSpPr>
          <p:cNvPr id="22" name="CodeRight"/>
          <p:cNvSpPr txBox="1"/>
          <p:nvPr/>
        </p:nvSpPr>
        <p:spPr>
          <a:xfrm>
            <a:off x="6515100" y="1473200"/>
            <a:ext cx="5384800" cy="2387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{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"jsonrpc"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"2.0"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"id"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B5CEA8"/>
                </a:solidFill>
                <a:latin typeface="Consolas"/>
              </a:rPr>
              <a:t>1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"result"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{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"content"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[{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  "type"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9CDCFE"/>
                </a:solidFill>
                <a:latin typeface="Consolas"/>
              </a:rPr>
              <a:t>      "text"</a:t>
            </a:r>
            <a:r>
              <a:rPr lang="en-US" sz="1400" dirty="0">
                <a:solidFill>
                  <a:srgbClr val="D4D4D4"/>
                </a:solidFill>
                <a:latin typeface="Consolas"/>
              </a:rPr>
              <a:t>: </a:t>
            </a:r>
            <a:r>
              <a:rPr lang="en-US" sz="1400" dirty="0">
                <a:solidFill>
                  <a:srgbClr val="CE9178"/>
                </a:solidFill>
                <a:latin typeface="Consolas"/>
              </a:rPr>
              <a:t>"Kunde: Norsk AS,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CE9178"/>
                </a:solidFill>
                <a:latin typeface="Consolas"/>
              </a:rPr>
              <a:t>       Saldo: 125 400 NOK"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  }]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</a:rPr>
              <a:t>  }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569CD6"/>
                </a:solidFill>
                <a:latin typeface="Consolas"/>
              </a:rPr>
              <a:t>}</a:t>
            </a:r>
          </a:p>
        </p:txBody>
      </p:sp>
      <p:sp>
        <p:nvSpPr>
          <p:cNvPr id="30" name="Description"/>
          <p:cNvSpPr txBox="1"/>
          <p:nvPr/>
        </p:nvSpPr>
        <p:spPr>
          <a:xfrm>
            <a:off x="698500" y="4127500"/>
            <a:ext cx="11176000" cy="863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marL="0" indent="0" algn="l">
              <a:buNone/>
            </a:pPr>
            <a:r>
              <a:rPr lang="nb-NO" sz="1600" dirty="0">
                <a:solidFill>
                  <a:srgbClr val="404040"/>
                </a:solidFill>
                <a:latin typeface="Calibri"/>
              </a:rPr>
              <a:t>Klienten (f.eks. Claude) sender et </a:t>
            </a:r>
            <a:r>
              <a:rPr lang="en-US" sz="1600" b="1" dirty="0">
                <a:solidFill>
                  <a:srgbClr val="2F5496"/>
                </a:solidFill>
                <a:latin typeface="Consolas"/>
              </a:rPr>
              <a:t>tools/call</a:t>
            </a:r>
            <a:r>
              <a:rPr lang="nb-NO" sz="1600" dirty="0">
                <a:solidFill>
                  <a:srgbClr val="404040"/>
                </a:solidFill>
                <a:latin typeface="Calibri"/>
              </a:rPr>
              <a:t> via JSON-RPC 2.0. Serveren utfører verktøyet og returnerer resultatet.</a:t>
            </a:r>
          </a:p>
          <a:p>
            <a:pPr marL="0" indent="0" algn="l">
              <a:buNone/>
            </a:pPr>
            <a:r>
              <a:rPr lang="nb-NO" sz="1600" dirty="0">
                <a:solidFill>
                  <a:srgbClr val="404040"/>
                </a:solidFill>
                <a:latin typeface="Calibri"/>
              </a:rPr>
              <a:t>Her: hent kundeinfo fra Sports2000-databasen via en OpenEdge MCP Server.</a:t>
            </a:r>
          </a:p>
        </p:txBody>
      </p:sp>
      <p:sp>
        <p:nvSpPr>
          <p:cNvPr id="40" name="Arrow"/>
          <p:cNvSpPr txBox="1"/>
          <p:nvPr/>
        </p:nvSpPr>
        <p:spPr>
          <a:xfrm>
            <a:off x="6070600" y="2349500"/>
            <a:ext cx="685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2400" b="1" dirty="0">
                <a:solidFill>
                  <a:srgbClr val="2F5496"/>
                </a:solidFill>
                <a:latin typeface="Calibr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310718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3F8A73-86C4-43CA-BF33-C4FF81263CD0}"/>
              </a:ext>
            </a:extLst>
          </p:cNvPr>
          <p:cNvSpPr txBox="1"/>
          <p:nvPr/>
        </p:nvSpPr>
        <p:spPr>
          <a:xfrm>
            <a:off x="1193800" y="482600"/>
            <a:ext cx="88392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nb-NO" sz="3600" dirty="0">
                <a:cs typeface="Arial"/>
              </a:rPr>
              <a:t>SDK for MCP Server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6493D-89EF-4F59-BF7C-5A9F52BCE334}"/>
              </a:ext>
            </a:extLst>
          </p:cNvPr>
          <p:cNvSpPr txBox="1"/>
          <p:nvPr/>
        </p:nvSpPr>
        <p:spPr>
          <a:xfrm>
            <a:off x="990600" y="1714500"/>
            <a:ext cx="10274300" cy="412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79400" indent="-279400">
              <a:buNone/>
            </a:pPr>
            <a:r>
              <a:rPr lang="nb-NO" sz="2400" b="1" kern="0" noProof="1">
                <a:solidFill>
                  <a:srgbClr val="2F5496"/>
                </a:solidFill>
                <a:cs typeface="Arial"/>
              </a:rPr>
              <a:t>Offisielle SDK-er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Python SDK – FastMCP (raskeste oppsett)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TypeScript SDK – @modelcontextprotocol/sdk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C# / .NET SDK – NuGet-pakke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Java SDK – Spring AI MCP</a:t>
            </a:r>
          </a:p>
          <a:p>
            <a:pPr marL="0" indent="0">
              <a:buNone/>
            </a:pPr>
            <a:endParaRPr lang="nb-NO" sz="800" kern="0" noProof="1"/>
          </a:p>
          <a:p>
            <a:pPr marL="279400" indent="-279400">
              <a:buNone/>
            </a:pPr>
            <a:r>
              <a:rPr lang="nb-NO" sz="2400" b="1" kern="0" noProof="1">
                <a:solidFill>
                  <a:srgbClr val="2F5496"/>
                </a:solidFill>
                <a:cs typeface="Arial"/>
              </a:rPr>
              <a:t>Steg for å bygge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1. Definer verktøy med @mcp.tool() dekoratorer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2. Velg transport: STDIO (lokalt) eller Streamable HTTP (remote)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3. Test med MCP Inspector eller CLI</a:t>
            </a:r>
          </a:p>
          <a:p>
            <a:pPr marL="584835" lvl="1" indent="-241300">
              <a:buFont typeface="Courier New"/>
              <a:buChar char="o"/>
            </a:pPr>
            <a:r>
              <a:rPr lang="nb-NO" sz="2000" kern="0" noProof="1">
                <a:cs typeface="Arial"/>
              </a:rPr>
              <a:t>4. Koble til klient: Claude, ChatGPT, Cursor, VS Code, Gemini</a:t>
            </a:r>
          </a:p>
        </p:txBody>
      </p:sp>
    </p:spTree>
    <p:extLst>
      <p:ext uri="{BB962C8B-B14F-4D97-AF65-F5344CB8AC3E}">
        <p14:creationId xmlns:p14="http://schemas.microsoft.com/office/powerpoint/2010/main" val="2985001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3B5F29-6FFA-4E95-9389-2AC1B62656A5}"/>
              </a:ext>
            </a:extLst>
          </p:cNvPr>
          <p:cNvSpPr txBox="1"/>
          <p:nvPr/>
        </p:nvSpPr>
        <p:spPr>
          <a:xfrm>
            <a:off x="1193800" y="190500"/>
            <a:ext cx="88392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/>
              <a:t>MCP Server – Kodeeksempel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1A4573-C256-41C2-84D5-604F8D07A372}"/>
              </a:ext>
            </a:extLst>
          </p:cNvPr>
          <p:cNvSpPr/>
          <p:nvPr/>
        </p:nvSpPr>
        <p:spPr bwMode="auto">
          <a:xfrm>
            <a:off x="635000" y="1346200"/>
            <a:ext cx="10731500" cy="4384040"/>
          </a:xfrm>
          <a:prstGeom prst="roundRect">
            <a:avLst/>
          </a:prstGeom>
          <a:solidFill>
            <a:srgbClr val="1E1E2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Overflow="clip" horzOverflow="clip"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eneva" charset="-128"/>
            </a:endParaRPr>
          </a:p>
        </p:txBody>
      </p:sp>
      <p:sp>
        <p:nvSpPr>
          <p:cNvPr id="20" name="CodeBox"/>
          <p:cNvSpPr txBox="1"/>
          <p:nvPr/>
        </p:nvSpPr>
        <p:spPr>
          <a:xfrm>
            <a:off x="902208" y="1601216"/>
            <a:ext cx="10464292" cy="4953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anchor="t"/>
          <a:lstStyle/>
          <a:p>
            <a:pPr marL="0" indent="0" algn="l">
              <a:buNone/>
            </a:pPr>
            <a:r>
              <a:rPr lang="nb-NO" sz="1400" dirty="0">
                <a:solidFill>
                  <a:srgbClr val="89B4FA"/>
                </a:solidFill>
                <a:latin typeface="Consolas"/>
                <a:cs typeface="Consolas"/>
              </a:rPr>
              <a:t>from mcp.server.fastmcp import FastMCP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CDD6F4"/>
                </a:solidFill>
                <a:latin typeface="Consolas"/>
                <a:cs typeface="Consolas"/>
              </a:rPr>
              <a:t> 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6C7086"/>
                </a:solidFill>
                <a:latin typeface="Consolas"/>
                <a:cs typeface="Consolas"/>
              </a:rPr>
              <a:t># Opprett MCP server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CDD6F4"/>
                </a:solidFill>
                <a:latin typeface="Consolas"/>
                <a:cs typeface="Consolas"/>
              </a:rPr>
              <a:t>mcp = FastMCP("openedge-server")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CDD6F4"/>
                </a:solidFill>
                <a:latin typeface="Consolas"/>
                <a:cs typeface="Consolas"/>
              </a:rPr>
              <a:t> 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F9E2AF"/>
                </a:solidFill>
                <a:latin typeface="Consolas"/>
                <a:cs typeface="Consolas"/>
              </a:rPr>
              <a:t>@mcp.tool()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89B4FA"/>
                </a:solidFill>
                <a:latin typeface="Consolas"/>
                <a:cs typeface="Consolas"/>
              </a:rPr>
              <a:t>def query_database(sql: str) -&gt; str: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A6E3A1"/>
                </a:solidFill>
                <a:latin typeface="Consolas"/>
                <a:cs typeface="Consolas"/>
              </a:rPr>
              <a:t>    """Kjør SQL mot OpenEdge-databasen"""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CDD6F4"/>
                </a:solidFill>
                <a:latin typeface="Consolas"/>
                <a:cs typeface="Consolas"/>
              </a:rPr>
              <a:t>    result = openedge_conn.execute(sql)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CDD6F4"/>
                </a:solidFill>
                <a:latin typeface="Consolas"/>
                <a:cs typeface="Consolas"/>
              </a:rPr>
              <a:t>    return format_result(result)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CDD6F4"/>
                </a:solidFill>
                <a:latin typeface="Consolas"/>
                <a:cs typeface="Consolas"/>
              </a:rPr>
              <a:t> 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F9E2AF"/>
                </a:solidFill>
                <a:latin typeface="Consolas"/>
                <a:cs typeface="Consolas"/>
              </a:rPr>
              <a:t>@mcp.tool()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89B4FA"/>
                </a:solidFill>
                <a:latin typeface="Consolas"/>
                <a:cs typeface="Consolas"/>
              </a:rPr>
              <a:t>def list_tables() -&gt; list[str]: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A6E3A1"/>
                </a:solidFill>
                <a:latin typeface="Consolas"/>
                <a:cs typeface="Consolas"/>
              </a:rPr>
              <a:t>    """List alle tabeller i databasen"""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CDD6F4"/>
                </a:solidFill>
                <a:latin typeface="Consolas"/>
                <a:cs typeface="Consolas"/>
              </a:rPr>
              <a:t>    return openedge_conn.get_tables()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CDD6F4"/>
                </a:solidFill>
                <a:latin typeface="Consolas"/>
                <a:cs typeface="Consolas"/>
              </a:rPr>
              <a:t> 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89B4FA"/>
                </a:solidFill>
                <a:latin typeface="Consolas"/>
                <a:cs typeface="Consolas"/>
              </a:rPr>
              <a:t>if __name__ == '__main__':</a:t>
            </a:r>
          </a:p>
          <a:p>
            <a:pPr marL="0" indent="0" algn="l">
              <a:buNone/>
            </a:pPr>
            <a:r>
              <a:rPr lang="nb-NO" sz="1400" dirty="0">
                <a:solidFill>
                  <a:srgbClr val="CDD6F4"/>
                </a:solidFill>
                <a:latin typeface="Consolas"/>
                <a:cs typeface="Consolas"/>
              </a:rPr>
              <a:t>    mcp.run()  # Start serveren</a:t>
            </a:r>
          </a:p>
        </p:txBody>
      </p:sp>
      <p:sp>
        <p:nvSpPr>
          <p:cNvPr id="21" name="LangLabel"/>
          <p:cNvSpPr txBox="1"/>
          <p:nvPr/>
        </p:nvSpPr>
        <p:spPr>
          <a:xfrm>
            <a:off x="9271000" y="9144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r"/>
            <a:r>
              <a:rPr lang="nb-NO" sz="1200" dirty="0">
                <a:solidFill>
                  <a:srgbClr val="6C7086"/>
                </a:solidFill>
                <a:latin typeface="Consolas"/>
              </a:rPr>
              <a:t>Python / FastMCP</a:t>
            </a:r>
          </a:p>
        </p:txBody>
      </p:sp>
    </p:spTree>
    <p:extLst>
      <p:ext uri="{BB962C8B-B14F-4D97-AF65-F5344CB8AC3E}">
        <p14:creationId xmlns:p14="http://schemas.microsoft.com/office/powerpoint/2010/main" val="1284516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7745-822A-8062-CD10-6B0F6F997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B201F2-FFF5-6FEA-FCFC-06F073A2054C}"/>
              </a:ext>
            </a:extLst>
          </p:cNvPr>
          <p:cNvSpPr txBox="1"/>
          <p:nvPr/>
        </p:nvSpPr>
        <p:spPr>
          <a:xfrm>
            <a:off x="1193800" y="482600"/>
            <a:ext cx="88392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nb-NO" sz="3600" dirty="0">
                <a:cs typeface="Arial"/>
              </a:rPr>
              <a:t>MCP Server &amp; Progress </a:t>
            </a:r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E7EFAFF9-7BAD-3A5B-C115-8DFF6A3B814A}"/>
              </a:ext>
            </a:extLst>
          </p:cNvPr>
          <p:cNvSpPr txBox="1">
            <a:spLocks/>
          </p:cNvSpPr>
          <p:nvPr/>
        </p:nvSpPr>
        <p:spPr>
          <a:xfrm>
            <a:off x="1103651" y="1365250"/>
            <a:ext cx="10268262" cy="41275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pPr marL="279400" indent="-279400">
              <a:buNone/>
            </a:pPr>
            <a:r>
              <a:rPr lang="nb-NO" sz="2400" b="1" kern="0" dirty="0">
                <a:solidFill>
                  <a:srgbClr val="2F5496"/>
                </a:solidFill>
                <a:cs typeface="Arial"/>
              </a:rPr>
              <a:t>OpenEdge MCP Server (jan 2026)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Konverterer REST-API-er til AI-verktøy automatisk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AI-assistenter kan opprette ordrer, sjekke lager, oppdatere kontoer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Ingen kodeendringer nødvendig – pek på eksisterende API-er</a:t>
            </a:r>
          </a:p>
          <a:p>
            <a:pPr marL="0" indent="0">
              <a:buNone/>
            </a:pPr>
            <a:endParaRPr lang="nb-NO" sz="800" kern="0" dirty="0"/>
          </a:p>
          <a:p>
            <a:pPr marL="279400" indent="-279400">
              <a:buNone/>
            </a:pPr>
            <a:r>
              <a:rPr lang="nb-NO" sz="2400" b="1" kern="0" dirty="0">
                <a:solidFill>
                  <a:srgbClr val="2F5496"/>
                </a:solidFill>
                <a:cs typeface="Arial"/>
              </a:rPr>
              <a:t>OpenEdge MCP Connector for ABL (feb 2026 – GA)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GenAI + RAG for ABL-spesifikk kodingsassistanse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Fungerer i VS Code, Windsurf, Cursor, Claude Code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Modernisering, refaktorering og dokumentasjon for OE 12+</a:t>
            </a:r>
          </a:p>
          <a:p>
            <a:pPr marL="279400" indent="-279400">
              <a:buNone/>
            </a:pPr>
            <a:r>
              <a:rPr lang="nb-NO" sz="2400" b="1" kern="0" dirty="0">
                <a:solidFill>
                  <a:srgbClr val="2F5496"/>
                </a:solidFill>
                <a:cs typeface="Arial"/>
              </a:rPr>
              <a:t>Også nytt: OpenEdge 13.0 (feb 2026)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FIPS 140-3 støtte, Memory Profiler, OECC</a:t>
            </a:r>
          </a:p>
          <a:p>
            <a:pPr marL="584727" lvl="1" indent="-279400">
              <a:buFont typeface="Courier New"/>
              <a:buChar char="o"/>
            </a:pPr>
            <a:endParaRPr lang="nb-NO" sz="2000" kern="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692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6F8D8-8CA4-3912-350C-F3602A6D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67688-D356-D875-D7D3-2E7E4C15697E}"/>
              </a:ext>
            </a:extLst>
          </p:cNvPr>
          <p:cNvSpPr txBox="1"/>
          <p:nvPr/>
        </p:nvSpPr>
        <p:spPr>
          <a:xfrm>
            <a:off x="1193800" y="482600"/>
            <a:ext cx="88392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nb-NO" sz="3600" dirty="0">
                <a:cs typeface="Arial"/>
              </a:rPr>
              <a:t>MCP - Openedge alternativer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CD5C3A0A-66A1-F737-E22E-AA35841D0C78}"/>
              </a:ext>
            </a:extLst>
          </p:cNvPr>
          <p:cNvSpPr txBox="1">
            <a:spLocks/>
          </p:cNvSpPr>
          <p:nvPr/>
        </p:nvSpPr>
        <p:spPr>
          <a:xfrm>
            <a:off x="989351" y="1714500"/>
            <a:ext cx="10268262" cy="41275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pPr marL="279400" indent="-279400">
              <a:buNone/>
            </a:pPr>
            <a:r>
              <a:rPr lang="nb-NO" sz="2400" b="1" kern="0" dirty="0">
                <a:solidFill>
                  <a:srgbClr val="2F5496"/>
                </a:solidFill>
                <a:cs typeface="Arial"/>
              </a:rPr>
              <a:t>Alternativ 1: Offisielle Progress-verktøy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OpenEdge MCP Server – pek på REST-API, ferdig!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MCP Connector for ABL – AI-assistert utvikling i IDE</a:t>
            </a:r>
          </a:p>
          <a:p>
            <a:pPr marL="0" indent="0">
              <a:buNone/>
            </a:pPr>
            <a:endParaRPr lang="nb-NO" sz="800" kern="0" dirty="0"/>
          </a:p>
          <a:p>
            <a:pPr marL="279400" indent="-279400">
              <a:buNone/>
            </a:pPr>
            <a:r>
              <a:rPr lang="nb-NO" sz="2400" b="1" kern="0" dirty="0">
                <a:solidFill>
                  <a:srgbClr val="2F5496"/>
                </a:solidFill>
                <a:cs typeface="Arial"/>
              </a:rPr>
              <a:t>Alternativ 2: Bygg din egen MCP Server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MCP Klient – Claude Desktop, VS Code, Cursor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ABL WebHandler som MCP Server </a:t>
            </a:r>
          </a:p>
          <a:p>
            <a:pPr marL="584727" lvl="1" indent="-279400">
              <a:buFont typeface="Courier New"/>
              <a:buChar char="o"/>
            </a:pPr>
            <a:r>
              <a:rPr lang="nb-NO" sz="2000" kern="0" dirty="0">
                <a:cs typeface="Arial"/>
              </a:rPr>
              <a:t>Lag enkle Tools → dynamiske tools create_tool (tool)</a:t>
            </a:r>
          </a:p>
          <a:p>
            <a:pPr marL="0" indent="0">
              <a:buNone/>
            </a:pPr>
            <a:endParaRPr lang="nb-NO" sz="800" kern="0" dirty="0"/>
          </a:p>
          <a:p>
            <a:pPr marL="279400" indent="-279400">
              <a:buNone/>
            </a:pPr>
            <a:endParaRPr lang="nb-NO" sz="2400" b="1" kern="0" dirty="0">
              <a:solidFill>
                <a:srgbClr val="2F5496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8709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ADDB-8CB5-417A-8CF2-5EA76804F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7C9C6E5-D6EB-9B61-6BCB-53C38CAAB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4" y="488157"/>
            <a:ext cx="8845375" cy="651096"/>
          </a:xfrm>
        </p:spPr>
        <p:txBody>
          <a:bodyPr/>
          <a:lstStyle/>
          <a:p>
            <a:r>
              <a:rPr lang="es-ES" dirty="0" err="1"/>
              <a:t>Progress</a:t>
            </a:r>
            <a:r>
              <a:rPr lang="es-ES" dirty="0"/>
              <a:t> - IDE / </a:t>
            </a:r>
            <a:r>
              <a:rPr lang="es-ES" dirty="0" err="1"/>
              <a:t>Applikasjon</a:t>
            </a:r>
            <a:r>
              <a:rPr lang="es-ES" dirty="0"/>
              <a:t> </a:t>
            </a:r>
            <a:r>
              <a:rPr lang="es-ES" dirty="0" err="1"/>
              <a:t>perspektiv</a:t>
            </a:r>
            <a:r>
              <a:rPr lang="es-ES" dirty="0"/>
              <a:t> </a:t>
            </a:r>
          </a:p>
        </p:txBody>
      </p:sp>
      <p:sp>
        <p:nvSpPr>
          <p:cNvPr id="4" name="AutoShape 2" descr="Watch Ext JS Video">
            <a:extLst>
              <a:ext uri="{FF2B5EF4-FFF2-40B4-BE49-F238E27FC236}">
                <a16:creationId xmlns:a16="http://schemas.microsoft.com/office/drawing/2014/main" id="{966D8BCC-3A16-F99E-F701-C4DADA6DD6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3100" y="182563"/>
            <a:ext cx="28575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3A970-10B7-A9D4-4638-DBEC54FB6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84" y="1038672"/>
            <a:ext cx="5803396" cy="533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5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27A240-4B07-BAF2-7781-8AAAAFC5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4" y="488157"/>
            <a:ext cx="8845375" cy="651096"/>
          </a:xfrm>
        </p:spPr>
        <p:txBody>
          <a:bodyPr/>
          <a:lstStyle/>
          <a:p>
            <a:r>
              <a:rPr lang="nb-NO" dirty="0"/>
              <a:t>Alternativ 2. – et annet perspektiv .. </a:t>
            </a:r>
            <a:r>
              <a:rPr lang="nb-NO" kern="0" dirty="0"/>
              <a:t> </a:t>
            </a:r>
            <a:br>
              <a:rPr lang="nb-NO" kern="0" dirty="0"/>
            </a:br>
            <a:r>
              <a:rPr lang="es-ES" dirty="0"/>
              <a:t>	</a:t>
            </a:r>
          </a:p>
        </p:txBody>
      </p:sp>
      <p:sp>
        <p:nvSpPr>
          <p:cNvPr id="4" name="AutoShape 2" descr="Watch Ext JS Video">
            <a:extLst>
              <a:ext uri="{FF2B5EF4-FFF2-40B4-BE49-F238E27FC236}">
                <a16:creationId xmlns:a16="http://schemas.microsoft.com/office/drawing/2014/main" id="{E94D3DBE-DC3C-EE48-DD4E-19885713EE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4709" y="182562"/>
            <a:ext cx="2114211" cy="3215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180C45-C232-34F5-6804-5AD2C7944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124" y="1444848"/>
            <a:ext cx="6331275" cy="48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610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A8478-978F-2BB3-44C0-3F4340A0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398F9D-9268-47A8-1B25-FDF8D3C0FD2A}"/>
              </a:ext>
            </a:extLst>
          </p:cNvPr>
          <p:cNvSpPr txBox="1"/>
          <p:nvPr/>
        </p:nvSpPr>
        <p:spPr>
          <a:xfrm>
            <a:off x="1193800" y="482600"/>
            <a:ext cx="88392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nb-NO" sz="3600" dirty="0">
                <a:cs typeface="Arial"/>
              </a:rPr>
              <a:t>MCP Server – ABL ✓</a:t>
            </a:r>
          </a:p>
        </p:txBody>
      </p:sp>
      <p:sp>
        <p:nvSpPr>
          <p:cNvPr id="2" name="Plassholder for innhold 2">
            <a:extLst>
              <a:ext uri="{FF2B5EF4-FFF2-40B4-BE49-F238E27FC236}">
                <a16:creationId xmlns:a16="http://schemas.microsoft.com/office/drawing/2014/main" id="{0B2BE238-6AB4-EF68-2BD0-C92BD94B5528}"/>
              </a:ext>
            </a:extLst>
          </p:cNvPr>
          <p:cNvSpPr txBox="1">
            <a:spLocks/>
          </p:cNvSpPr>
          <p:nvPr/>
        </p:nvSpPr>
        <p:spPr>
          <a:xfrm>
            <a:off x="1011936" y="1997456"/>
            <a:ext cx="7412736" cy="85851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nb-NO" sz="3150" kern="0" dirty="0">
                <a:cs typeface="Arial"/>
              </a:rPr>
              <a:t>Selvfølgelig kan vi det..</a:t>
            </a:r>
            <a:r>
              <a:rPr lang="nb-NO" sz="3150" kern="0" dirty="0">
                <a:cs typeface="Arial"/>
                <a:sym typeface="Wingdings" panose="05000000000000000000" pitchFamily="2" charset="2"/>
              </a:rPr>
              <a:t> </a:t>
            </a:r>
            <a:endParaRPr lang="nb-NO" sz="3150" kern="0" noProof="1">
              <a:cs typeface="Arial"/>
            </a:endParaRPr>
          </a:p>
          <a:p>
            <a:pPr marL="0" indent="0">
              <a:buNone/>
            </a:pPr>
            <a:endParaRPr lang="nb-NO" sz="3150" kern="0" dirty="0">
              <a:cs typeface="Arial"/>
            </a:endParaRPr>
          </a:p>
          <a:p>
            <a:pPr marL="0" indent="0">
              <a:buNone/>
            </a:pPr>
            <a:endParaRPr lang="nb-NO" sz="3150" kern="0" dirty="0">
              <a:cs typeface="Arial"/>
            </a:endParaRPr>
          </a:p>
          <a:p>
            <a:pPr marL="0" indent="0">
              <a:buNone/>
            </a:pPr>
            <a:endParaRPr lang="nb-NO" sz="3150" kern="0" dirty="0">
              <a:cs typeface="Arial"/>
            </a:endParaRPr>
          </a:p>
          <a:p>
            <a:pPr marL="0" indent="0">
              <a:buNone/>
            </a:pPr>
            <a:endParaRPr lang="nb-NO" kern="0" dirty="0">
              <a:cs typeface="Arial"/>
            </a:endParaRPr>
          </a:p>
          <a:p>
            <a:pPr marL="0" indent="0">
              <a:buNone/>
            </a:pPr>
            <a:endParaRPr lang="nb-NO" kern="0" dirty="0">
              <a:cs typeface="Arial"/>
            </a:endParaRPr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E98F4086-D31B-8A09-A299-A44DC3722A05}"/>
              </a:ext>
            </a:extLst>
          </p:cNvPr>
          <p:cNvSpPr txBox="1">
            <a:spLocks/>
          </p:cNvSpPr>
          <p:nvPr/>
        </p:nvSpPr>
        <p:spPr>
          <a:xfrm>
            <a:off x="2036064" y="3089655"/>
            <a:ext cx="7412736" cy="85851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nb-NO" sz="3150" kern="0" dirty="0">
                <a:cs typeface="Arial"/>
              </a:rPr>
              <a:t>Men hvordan gjør vi det..</a:t>
            </a:r>
          </a:p>
          <a:p>
            <a:pPr marL="0" indent="0">
              <a:buNone/>
            </a:pPr>
            <a:endParaRPr lang="nb-NO" sz="3150" kern="0" dirty="0">
              <a:cs typeface="Arial"/>
            </a:endParaRPr>
          </a:p>
          <a:p>
            <a:pPr marL="0" indent="0">
              <a:buNone/>
            </a:pPr>
            <a:endParaRPr lang="nb-NO" kern="0" dirty="0">
              <a:cs typeface="Arial"/>
            </a:endParaRPr>
          </a:p>
          <a:p>
            <a:pPr marL="0" indent="0">
              <a:buNone/>
            </a:pPr>
            <a:endParaRPr lang="nb-NO" kern="0" dirty="0">
              <a:cs typeface="Arial"/>
            </a:endParaRPr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10966AE9-943B-A431-43A4-CB5210A83B2D}"/>
              </a:ext>
            </a:extLst>
          </p:cNvPr>
          <p:cNvSpPr txBox="1">
            <a:spLocks/>
          </p:cNvSpPr>
          <p:nvPr/>
        </p:nvSpPr>
        <p:spPr>
          <a:xfrm>
            <a:off x="2682240" y="4181854"/>
            <a:ext cx="8705088" cy="85851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nb-NO" sz="3150" kern="0" dirty="0">
                <a:cs typeface="Arial"/>
              </a:rPr>
              <a:t>Vi bruker selfølgelig AI..</a:t>
            </a:r>
            <a:endParaRPr lang="nb-NO" kern="0" dirty="0">
              <a:cs typeface="Arial"/>
            </a:endParaRPr>
          </a:p>
          <a:p>
            <a:pPr marL="0" indent="0">
              <a:buNone/>
            </a:pPr>
            <a:endParaRPr lang="nb-NO" kern="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092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6F8D8-8CA4-3912-350C-F3602A6D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67688-D356-D875-D7D3-2E7E4C15697E}"/>
              </a:ext>
            </a:extLst>
          </p:cNvPr>
          <p:cNvSpPr txBox="1"/>
          <p:nvPr/>
        </p:nvSpPr>
        <p:spPr>
          <a:xfrm>
            <a:off x="1193800" y="482600"/>
            <a:ext cx="88392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nb-NO" sz="3600" dirty="0">
                <a:cs typeface="Arial"/>
              </a:rPr>
              <a:t>How-to</a:t>
            </a:r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CD5C3A0A-66A1-F737-E22E-AA35841D0C78}"/>
              </a:ext>
            </a:extLst>
          </p:cNvPr>
          <p:cNvSpPr txBox="1">
            <a:spLocks/>
          </p:cNvSpPr>
          <p:nvPr/>
        </p:nvSpPr>
        <p:spPr>
          <a:xfrm>
            <a:off x="989351" y="1712686"/>
            <a:ext cx="10268262" cy="32738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pPr marL="279400" indent="-279400"/>
            <a:r>
              <a:rPr lang="nb-NO" sz="3150" kern="0" dirty="0">
                <a:ea typeface="+mn-lt"/>
                <a:cs typeface="+mn-lt"/>
              </a:rPr>
              <a:t>MCP Klient – som for eksempel Claude Desktop </a:t>
            </a:r>
          </a:p>
          <a:p>
            <a:pPr marL="279400" indent="-279400"/>
            <a:r>
              <a:rPr lang="nb-NO" sz="3150" kern="0" dirty="0">
                <a:ea typeface="+mn-lt"/>
                <a:cs typeface="+mn-lt"/>
              </a:rPr>
              <a:t>MCP ABL Server – webhandler, litt manuell koding  </a:t>
            </a:r>
            <a:endParaRPr lang="nb-NO" sz="3150" kern="0" dirty="0">
              <a:cs typeface="Arial"/>
            </a:endParaRPr>
          </a:p>
          <a:p>
            <a:pPr marL="279400" indent="-279400"/>
            <a:r>
              <a:rPr lang="nb-NO" sz="3150" kern="0" dirty="0">
                <a:cs typeface="Arial"/>
              </a:rPr>
              <a:t>Utvikle enkle Tools for at Claude kan lage egne tools</a:t>
            </a:r>
          </a:p>
          <a:p>
            <a:pPr marL="584727" lvl="1" indent="-279400"/>
            <a:r>
              <a:rPr lang="nb-NO" sz="1704" kern="0" dirty="0">
                <a:cs typeface="Arial"/>
              </a:rPr>
              <a:t>Create_Tool</a:t>
            </a:r>
          </a:p>
          <a:p>
            <a:pPr marL="584727" lvl="1" indent="-279400"/>
            <a:r>
              <a:rPr lang="nb-NO" sz="1704" kern="0" dirty="0">
                <a:cs typeface="Arial"/>
              </a:rPr>
              <a:t>Read_progress_abl Tool Code (for at Claude kan «forstå» hvordan nye tools skal lages)</a:t>
            </a:r>
          </a:p>
          <a:p>
            <a:pPr marL="584727" lvl="1" indent="-279400"/>
            <a:r>
              <a:rPr lang="nb-NO" sz="1704" kern="0" dirty="0">
                <a:cs typeface="Arial"/>
              </a:rPr>
              <a:t>Compile ABL souce </a:t>
            </a:r>
          </a:p>
          <a:p>
            <a:pPr marL="584727" lvl="1" indent="-279400"/>
            <a:r>
              <a:rPr lang="nb-NO" sz="1704" kern="0" dirty="0">
                <a:cs typeface="Arial"/>
              </a:rPr>
              <a:t>Lag noen eksempler på Tools, uten AI </a:t>
            </a:r>
          </a:p>
          <a:p>
            <a:pPr marL="279400" indent="-279400"/>
            <a:r>
              <a:rPr lang="nb-NO" sz="3150" kern="0" dirty="0">
                <a:cs typeface="Arial"/>
              </a:rPr>
              <a:t>Får Claude til å gjøre resten jobben, - enkelt og greit     </a:t>
            </a:r>
            <a:endParaRPr lang="nb-NO" sz="3150" kern="0" noProof="1">
              <a:cs typeface="Arial"/>
            </a:endParaRPr>
          </a:p>
          <a:p>
            <a:pPr marL="0" indent="0">
              <a:buNone/>
            </a:pPr>
            <a:endParaRPr lang="nb-NO" sz="3150" kern="0" dirty="0">
              <a:cs typeface="Arial"/>
            </a:endParaRPr>
          </a:p>
          <a:p>
            <a:pPr marL="0" indent="0">
              <a:buNone/>
            </a:pPr>
            <a:endParaRPr lang="nb-NO" kern="0" dirty="0">
              <a:cs typeface="Arial"/>
            </a:endParaRPr>
          </a:p>
          <a:p>
            <a:pPr marL="0" indent="0">
              <a:buNone/>
            </a:pPr>
            <a:endParaRPr lang="nb-NO" kern="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6705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27A240-4B07-BAF2-7781-8AAAAFC5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4" y="488157"/>
            <a:ext cx="8845375" cy="651096"/>
          </a:xfrm>
        </p:spPr>
        <p:txBody>
          <a:bodyPr/>
          <a:lstStyle/>
          <a:p>
            <a:r>
              <a:rPr lang="es-ES" dirty="0"/>
              <a:t>Demo</a:t>
            </a:r>
          </a:p>
        </p:txBody>
      </p:sp>
      <p:sp>
        <p:nvSpPr>
          <p:cNvPr id="4" name="AutoShape 2" descr="Watch Ext JS Video">
            <a:extLst>
              <a:ext uri="{FF2B5EF4-FFF2-40B4-BE49-F238E27FC236}">
                <a16:creationId xmlns:a16="http://schemas.microsoft.com/office/drawing/2014/main" id="{1640F98E-2AA1-CF9A-46E3-2FD339B6AD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3100" y="182563"/>
            <a:ext cx="28575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E9CED89-BA6E-11C8-D4D6-332409BFD3F0}"/>
              </a:ext>
            </a:extLst>
          </p:cNvPr>
          <p:cNvSpPr txBox="1">
            <a:spLocks/>
          </p:cNvSpPr>
          <p:nvPr/>
        </p:nvSpPr>
        <p:spPr>
          <a:xfrm>
            <a:off x="961869" y="1418318"/>
            <a:ext cx="10268262" cy="4021364"/>
          </a:xfrm>
          <a:prstGeom prst="rect">
            <a:avLst/>
          </a:prstGeom>
        </p:spPr>
        <p:txBody>
          <a:bodyPr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r>
              <a:rPr lang="nb-NO" kern="0" dirty="0">
                <a:sym typeface="Wingdings" panose="05000000000000000000" pitchFamily="2" charset="2"/>
              </a:rPr>
              <a:t>n8n  MCP </a:t>
            </a:r>
          </a:p>
          <a:p>
            <a:r>
              <a:rPr lang="nb-NO" kern="0" dirty="0">
                <a:sym typeface="Wingdings" panose="05000000000000000000" pitchFamily="2" charset="2"/>
              </a:rPr>
              <a:t>Noen enkle sql queries – Sports2000 </a:t>
            </a:r>
          </a:p>
          <a:p>
            <a:r>
              <a:rPr lang="nb-NO" kern="0" dirty="0">
                <a:sym typeface="Wingdings" panose="05000000000000000000" pitchFamily="2" charset="2"/>
              </a:rPr>
              <a:t>Kompliserte oppgaver – Sport2000 analyze</a:t>
            </a:r>
          </a:p>
          <a:p>
            <a:r>
              <a:rPr lang="nb-NO" kern="0" dirty="0">
                <a:sym typeface="Wingdings" panose="05000000000000000000" pitchFamily="2" charset="2"/>
              </a:rPr>
              <a:t>Dashboard PASOE</a:t>
            </a:r>
          </a:p>
          <a:p>
            <a:r>
              <a:rPr lang="nb-NO" kern="0" dirty="0">
                <a:sym typeface="Wingdings" panose="05000000000000000000" pitchFamily="2" charset="2"/>
              </a:rPr>
              <a:t>Tools – gjennomgang kode</a:t>
            </a:r>
          </a:p>
          <a:p>
            <a:r>
              <a:rPr lang="nb-NO" kern="0" dirty="0">
                <a:sym typeface="Wingdings" panose="05000000000000000000" pitchFamily="2" charset="2"/>
              </a:rPr>
              <a:t>Claude Desktop  nye tools  </a:t>
            </a:r>
          </a:p>
          <a:p>
            <a:r>
              <a:rPr lang="nb-NO" kern="0" dirty="0">
                <a:sym typeface="Wingdings" panose="05000000000000000000" pitchFamily="2" charset="2"/>
              </a:rPr>
              <a:t>MCP n8n LLM    </a:t>
            </a:r>
          </a:p>
          <a:p>
            <a:pPr marL="0" indent="0">
              <a:buNone/>
            </a:pPr>
            <a:endParaRPr lang="nb-NO" kern="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nb-NO" kern="0" dirty="0"/>
          </a:p>
        </p:txBody>
      </p:sp>
    </p:spTree>
    <p:extLst>
      <p:ext uri="{BB962C8B-B14F-4D97-AF65-F5344CB8AC3E}">
        <p14:creationId xmlns:p14="http://schemas.microsoft.com/office/powerpoint/2010/main" val="3557198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2B4D1-2011-8B53-5CA1-B7029FC0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9C92FCE-6CEC-9D1C-90B4-497063B07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4" y="488157"/>
            <a:ext cx="8845375" cy="651096"/>
          </a:xfrm>
        </p:spPr>
        <p:txBody>
          <a:bodyPr/>
          <a:lstStyle/>
          <a:p>
            <a:r>
              <a:rPr lang="es-ES" dirty="0" err="1"/>
              <a:t>Hmmm</a:t>
            </a:r>
            <a:r>
              <a:rPr lang="es-ES" dirty="0"/>
              <a:t>... </a:t>
            </a:r>
          </a:p>
        </p:txBody>
      </p:sp>
      <p:sp>
        <p:nvSpPr>
          <p:cNvPr id="4" name="AutoShape 2" descr="Watch Ext JS Video">
            <a:extLst>
              <a:ext uri="{FF2B5EF4-FFF2-40B4-BE49-F238E27FC236}">
                <a16:creationId xmlns:a16="http://schemas.microsoft.com/office/drawing/2014/main" id="{8F15D6EC-8EDB-7C11-E991-EF627CC56D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3100" y="182563"/>
            <a:ext cx="28575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A9551B7-2EEE-4244-D445-AA14854F496D}"/>
              </a:ext>
            </a:extLst>
          </p:cNvPr>
          <p:cNvSpPr txBox="1">
            <a:spLocks/>
          </p:cNvSpPr>
          <p:nvPr/>
        </p:nvSpPr>
        <p:spPr>
          <a:xfrm>
            <a:off x="961869" y="1418318"/>
            <a:ext cx="10268262" cy="4021364"/>
          </a:xfrm>
          <a:prstGeom prst="rect">
            <a:avLst/>
          </a:prstGeom>
        </p:spPr>
        <p:txBody>
          <a:bodyPr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r>
              <a:rPr lang="nb-NO" kern="0" dirty="0">
                <a:sym typeface="Wingdings" panose="05000000000000000000" pitchFamily="2" charset="2"/>
              </a:rPr>
              <a:t>Claude Desktop = IDE/DI/CD/Applikasjon</a:t>
            </a:r>
          </a:p>
          <a:p>
            <a:r>
              <a:rPr lang="nb-NO" kern="0" dirty="0">
                <a:sym typeface="Wingdings" panose="05000000000000000000" pitchFamily="2" charset="2"/>
              </a:rPr>
              <a:t>En lager en tool som bruker en LLM til på implementere en tool – uavhengig av utv. Språk </a:t>
            </a:r>
          </a:p>
          <a:p>
            <a:r>
              <a:rPr lang="nb-NO" kern="0" dirty="0">
                <a:sym typeface="Wingdings" panose="05000000000000000000" pitchFamily="2" charset="2"/>
              </a:rPr>
              <a:t>MCPLLMMCPLLM Cluster</a:t>
            </a:r>
          </a:p>
          <a:p>
            <a:r>
              <a:rPr lang="nb-NO" kern="0" dirty="0">
                <a:sym typeface="Wingdings" panose="05000000000000000000" pitchFamily="2" charset="2"/>
              </a:rPr>
              <a:t>Har vi behov for tradisjonelle UI applikasjoner? </a:t>
            </a:r>
          </a:p>
          <a:p>
            <a:pPr marL="0" indent="0">
              <a:buNone/>
            </a:pPr>
            <a:endParaRPr lang="nb-NO" kern="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nb-NO" kern="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nb-NO" kern="0" dirty="0"/>
          </a:p>
        </p:txBody>
      </p:sp>
    </p:spTree>
    <p:extLst>
      <p:ext uri="{BB962C8B-B14F-4D97-AF65-F5344CB8AC3E}">
        <p14:creationId xmlns:p14="http://schemas.microsoft.com/office/powerpoint/2010/main" val="240927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42984-CFE7-ADFD-322F-EA8E84CC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3E5371EA-FA5F-DE35-6FCD-F2DE150D9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034" y="489268"/>
            <a:ext cx="10509251" cy="539750"/>
          </a:xfrm>
        </p:spPr>
        <p:txBody>
          <a:bodyPr/>
          <a:lstStyle/>
          <a:p>
            <a:r>
              <a:rPr lang="nb-NO" dirty="0"/>
              <a:t> 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156DE83-D4D2-9FE3-2B27-17EE3097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371282"/>
            <a:ext cx="10509250" cy="4654550"/>
          </a:xfrm>
        </p:spPr>
        <p:txBody>
          <a:bodyPr/>
          <a:lstStyle/>
          <a:p>
            <a:pPr lvl="1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b-NO" sz="100" dirty="0">
              <a:effectLst/>
              <a:latin typeface="Calibri" panose="020F0502020204030204" pitchFamily="34" charset="0"/>
            </a:endParaRPr>
          </a:p>
          <a:p>
            <a:pPr lvl="1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b-NO" sz="100" dirty="0">
              <a:effectLst/>
              <a:latin typeface="Calibri" panose="020F0502020204030204" pitchFamily="34" charset="0"/>
            </a:endParaRPr>
          </a:p>
          <a:p>
            <a:pPr marL="63016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nb-NO" sz="9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nb-NO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nb-NO" sz="2000" dirty="0"/>
          </a:p>
          <a:p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24943EFF-87AE-8DBA-A15D-62FBC22A4196}"/>
              </a:ext>
            </a:extLst>
          </p:cNvPr>
          <p:cNvSpPr txBox="1">
            <a:spLocks/>
          </p:cNvSpPr>
          <p:nvPr/>
        </p:nvSpPr>
        <p:spPr>
          <a:xfrm>
            <a:off x="989351" y="1334126"/>
            <a:ext cx="10268262" cy="1452618"/>
          </a:xfrm>
          <a:prstGeom prst="rect">
            <a:avLst/>
          </a:prstGeom>
        </p:spPr>
        <p:txBody>
          <a:bodyPr/>
          <a:lstStyle>
            <a:lvl1pPr marL="279884" indent="-27988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3163">
                <a:solidFill>
                  <a:srgbClr val="3F2163"/>
                </a:solidFill>
                <a:latin typeface="+mn-lt"/>
                <a:ea typeface="+mn-ea"/>
                <a:cs typeface="+mn-cs"/>
              </a:defRPr>
            </a:lvl1pPr>
            <a:lvl2pPr marL="585211" indent="-24171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2440">
                <a:solidFill>
                  <a:srgbClr val="3F2163"/>
                </a:solidFill>
                <a:latin typeface="+mn-lt"/>
                <a:ea typeface="+mn-ea"/>
              </a:defRPr>
            </a:lvl2pPr>
            <a:lvl3pPr marL="839651" indent="-216274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988">
                <a:solidFill>
                  <a:srgbClr val="3F2163"/>
                </a:solidFill>
                <a:latin typeface="+mn-lt"/>
                <a:ea typeface="+mn-ea"/>
              </a:defRPr>
            </a:lvl3pPr>
            <a:lvl4pPr marL="1068646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4pPr>
            <a:lvl5pPr marL="1272198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5pPr>
            <a:lvl6pPr marL="1730190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6pPr>
            <a:lvl7pPr marL="2188181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7pPr>
            <a:lvl8pPr marL="2646173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8pPr>
            <a:lvl9pPr marL="3104164" indent="-178108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rgbClr val="CD292B"/>
              </a:buClr>
              <a:buChar char="&gt;"/>
              <a:defRPr sz="1626">
                <a:solidFill>
                  <a:srgbClr val="3F2163"/>
                </a:solidFill>
                <a:latin typeface="+mn-lt"/>
                <a:ea typeface="+mn-ea"/>
              </a:defRPr>
            </a:lvl9pPr>
          </a:lstStyle>
          <a:p>
            <a:pPr marL="343493" lvl="1" indent="0">
              <a:buNone/>
            </a:pPr>
            <a:r>
              <a:rPr lang="nb-NO" sz="4400" b="1" kern="0" dirty="0"/>
              <a:t>Spørsmål ? </a:t>
            </a:r>
            <a:r>
              <a:rPr lang="nb-NO" kern="0" dirty="0"/>
              <a:t> </a:t>
            </a:r>
          </a:p>
          <a:p>
            <a:pPr marL="0" indent="0">
              <a:buNone/>
            </a:pPr>
            <a:endParaRPr lang="nb-NO" kern="0" dirty="0">
              <a:cs typeface="Arial"/>
            </a:endParaRPr>
          </a:p>
        </p:txBody>
      </p:sp>
      <p:sp>
        <p:nvSpPr>
          <p:cNvPr id="9" name="AutoShape 2" descr="Maskingenerert alternativ tekst:&#10;Curt Oldenborg &#10;/ OEApplication &#10;2 &#10;3 &#10;Overview &#10;Add App Center's SDK to your app. &#10;For detailed instructions on SDK integration go to: &#10;Getting Started With the WinForms SDK &#10;Add NuGet packages to your solution &#10;Search for App Center, and install the Microsoft .AppCenter.Ana1ytics and &#10;Microsoft. AppCenter . Crashes packages. &#10;If you use the App Center SDK in a portable project, you need to install the packages in both the portable &#10;and the WinForms projects. Learn more. &#10;Start the SDK &#10;Inside your app's Program.cs file, add the following using statements. &#10;using Microsoft .AppCenter; &#10;using Microsoft .AppCenter.Ana1ytics; &#10;using Microsoft .AppCenter. Crashes; &#10;ln the same file, add the following in the Main method before the Application.Run statement. &#10;AppCenter. Start( &quot;{Your app secret here}&quot; &#10;typeof(Ana1ytics), typeof(Crashes)), &#10;Integrate app secret &#10;Go to docs ">
            <a:extLst>
              <a:ext uri="{FF2B5EF4-FFF2-40B4-BE49-F238E27FC236}">
                <a16:creationId xmlns:a16="http://schemas.microsoft.com/office/drawing/2014/main" id="{092C7A6A-C0E7-B24B-21FF-6B1F600630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0188" y="0"/>
            <a:ext cx="9479869" cy="5542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290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8jo.jllSby3.s0vAKOq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sMZbLFSB.zcp8ZEoIkhQ"/>
</p:tagLst>
</file>

<file path=ppt/theme/theme1.xml><?xml version="1.0" encoding="utf-8"?>
<a:theme xmlns:a="http://schemas.openxmlformats.org/drawingml/2006/main" name="Proventus_mal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-tema">
      <a:majorFont>
        <a:latin typeface="Arial"/>
        <a:ea typeface="Geneva"/>
        <a:cs typeface=""/>
      </a:majorFont>
      <a:minorFont>
        <a:latin typeface="Arial"/>
        <a:ea typeface="Genev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Geneva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Geneva" charset="-128"/>
          </a:defRPr>
        </a:defPPr>
      </a:lstStyle>
    </a:lnDef>
  </a:objectDefaults>
  <a:extraClrSchemeLst>
    <a:extraClrScheme>
      <a:clrScheme name="Office-t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tem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tem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9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35E9903-ECF2-438D-A660-05EF3D22F965}">
  <we:reference id="wa200010001" version="1.0.0.1" store="en-US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SharedWithUsers xmlns="1fa614e3-3f57-48a7-8339-457ca54bf77d">
      <UserInfo>
        <DisplayName>Ole Gulbrandsen</DisplayName>
        <AccountId>106</AccountId>
        <AccountType/>
      </UserInfo>
      <UserInfo>
        <DisplayName>Martin Gulbrandsen</DisplayName>
        <AccountId>107</AccountId>
        <AccountType/>
      </UserInfo>
      <UserInfo>
        <DisplayName>Carla Sandbakken</DisplayName>
        <AccountId>15</AccountId>
        <AccountType/>
      </UserInfo>
    </SharedWithUsers>
    <Kommentar xmlns="1c0cfada-5ad1-4141-a7e4-302c777d4289" xsi:nil="true"/>
    <Info xmlns="1c0cfada-5ad1-4141-a7e4-302c777d4289" xsi:nil="true"/>
    <Dato xmlns="1c0cfada-5ad1-4141-a7e4-302c777d428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82F06DB12CC9948BE1669C6ED3C8E55" ma:contentTypeVersion="13" ma:contentTypeDescription="Opprett et nytt dokument." ma:contentTypeScope="" ma:versionID="10eaf0924a18fb089c1c4bc74b4bb062">
  <xsd:schema xmlns:xsd="http://www.w3.org/2001/XMLSchema" xmlns:xs="http://www.w3.org/2001/XMLSchema" xmlns:p="http://schemas.microsoft.com/office/2006/metadata/properties" xmlns:ns2="1c0cfada-5ad1-4141-a7e4-302c777d4289" xmlns:ns3="1fa614e3-3f57-48a7-8339-457ca54bf77d" targetNamespace="http://schemas.microsoft.com/office/2006/metadata/properties" ma:root="true" ma:fieldsID="c1a6a96a06c7d5b0176babe426e6acf7" ns2:_="" ns3:_="">
    <xsd:import namespace="1c0cfada-5ad1-4141-a7e4-302c777d4289"/>
    <xsd:import namespace="1fa614e3-3f57-48a7-8339-457ca54bf77d"/>
    <xsd:element name="properties">
      <xsd:complexType>
        <xsd:sequence>
          <xsd:element name="documentManagement">
            <xsd:complexType>
              <xsd:all>
                <xsd:element ref="ns2:Dato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2:Info" minOccurs="0"/>
                <xsd:element ref="ns2:MediaServiceAutoTag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Kommentar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0cfada-5ad1-4141-a7e4-302c777d4289" elementFormDefault="qualified">
    <xsd:import namespace="http://schemas.microsoft.com/office/2006/documentManagement/types"/>
    <xsd:import namespace="http://schemas.microsoft.com/office/infopath/2007/PartnerControls"/>
    <xsd:element name="Dato" ma:index="8" nillable="true" ma:displayName="Dato" ma:format="DateOnly" ma:internalName="Dato">
      <xsd:simpleType>
        <xsd:restriction base="dms:DateTime"/>
      </xsd:simpleType>
    </xsd:element>
    <xsd:element name="MediaServiceMetadata" ma:index="9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Info" ma:index="12" nillable="true" ma:displayName="Info" ma:internalName="Info">
      <xsd:simpleType>
        <xsd:restriction base="dms:Text">
          <xsd:maxLength value="255"/>
        </xsd:restriction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Kommentar" ma:index="17" nillable="true" ma:displayName="Kommentar" ma:format="Dropdown" ma:internalName="Kommentar">
      <xsd:simpleType>
        <xsd:restriction base="dms:Text">
          <xsd:maxLength value="255"/>
        </xsd:restriction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a614e3-3f57-48a7-8339-457ca54bf77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lingsdetaljer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84BF71-7CBD-4C8B-B0E0-74D8261F9610}">
  <ds:schemaRefs>
    <ds:schemaRef ds:uri="http://purl.org/dc/dcmitype/"/>
    <ds:schemaRef ds:uri="http://purl.org/dc/terms/"/>
    <ds:schemaRef ds:uri="a8fde114-53c4-4d66-9c4e-c0ccaff6362c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b3d16a52-99db-4e92-a783-bb77e103e7e1"/>
    <ds:schemaRef ds:uri="http://schemas.microsoft.com/office/2006/metadata/properties"/>
    <ds:schemaRef ds:uri="1fa614e3-3f57-48a7-8339-457ca54bf77d"/>
    <ds:schemaRef ds:uri="1c0cfada-5ad1-4141-a7e4-302c777d4289"/>
  </ds:schemaRefs>
</ds:datastoreItem>
</file>

<file path=customXml/itemProps2.xml><?xml version="1.0" encoding="utf-8"?>
<ds:datastoreItem xmlns:ds="http://schemas.openxmlformats.org/officeDocument/2006/customXml" ds:itemID="{080134C9-B21F-4E65-9D74-E32255AB3E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794087-240E-4CD2-825C-9A7C8DA655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0cfada-5ad1-4141-a7e4-302c777d4289"/>
    <ds:schemaRef ds:uri="1fa614e3-3f57-48a7-8339-457ca54bf7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24835</TotalTime>
  <Words>2864</Words>
  <Application>Microsoft Office PowerPoint</Application>
  <PresentationFormat>Widescreen</PresentationFormat>
  <Paragraphs>319</Paragraphs>
  <Slides>22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Consolas</vt:lpstr>
      <vt:lpstr>Courier New</vt:lpstr>
      <vt:lpstr>Wingdings</vt:lpstr>
      <vt:lpstr>Proventus_mal</vt:lpstr>
      <vt:lpstr>think-cell Slide</vt:lpstr>
      <vt:lpstr>PowerPoint Presentation</vt:lpstr>
      <vt:lpstr>Agenda</vt:lpstr>
      <vt:lpstr>n8n – Tools </vt:lpstr>
      <vt:lpstr>MCP &amp;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MCP JSON-RPC – Eksempler</vt:lpstr>
      <vt:lpstr>PowerPoint Presentation</vt:lpstr>
      <vt:lpstr>PowerPoint Presentation</vt:lpstr>
      <vt:lpstr>PowerPoint Presentation</vt:lpstr>
      <vt:lpstr>PowerPoint Presentation</vt:lpstr>
      <vt:lpstr>Progress - IDE / Applikasjon perspektiv </vt:lpstr>
      <vt:lpstr>Alternativ 2. – et annet perspektiv ..    </vt:lpstr>
      <vt:lpstr>PowerPoint Presentation</vt:lpstr>
      <vt:lpstr>PowerPoint Presentation</vt:lpstr>
      <vt:lpstr>Demo</vt:lpstr>
      <vt:lpstr>Hmmm...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Velkommen til</dc:title>
  <dc:creator>Curt</dc:creator>
  <cp:lastModifiedBy>Curt Oldenborg</cp:lastModifiedBy>
  <cp:revision>424</cp:revision>
  <cp:lastPrinted>2020-09-03T12:18:27Z</cp:lastPrinted>
  <dcterms:created xsi:type="dcterms:W3CDTF">2017-01-30T15:01:05Z</dcterms:created>
  <dcterms:modified xsi:type="dcterms:W3CDTF">2026-03-22T18:30:49Z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0x010100882F06DB12CC9948BE1669C6ED3C8E55</vt:lpwstr>
  </property>
</Properties>
</file>