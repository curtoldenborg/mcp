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31"/>
  </p:notesMasterIdLst>
  <p:handoutMasterIdLst>
    <p:handoutMasterId r:id="rId32"/>
  </p:handoutMasterIdLst>
  <p:sldIdLst>
    <p:sldId id="1162" r:id="rId5"/>
    <p:sldId id="1161" r:id="rId6"/>
    <p:sldId id="1218" r:id="rId7"/>
    <p:sldId id="1229" r:id="rId8"/>
    <p:sldId id="1230" r:id="rId9"/>
    <p:sldId id="1217" r:id="rId10"/>
    <p:sldId id="1221" r:id="rId11"/>
    <p:sldId id="1222" r:id="rId12"/>
    <p:sldId id="1223" r:id="rId13"/>
    <p:sldId id="1219" r:id="rId14"/>
    <p:sldId id="1220" r:id="rId15"/>
    <p:sldId id="1211" r:id="rId16"/>
    <p:sldId id="1210" r:id="rId17"/>
    <p:sldId id="1224" r:id="rId18"/>
    <p:sldId id="1216" r:id="rId19"/>
    <p:sldId id="1225" r:id="rId20"/>
    <p:sldId id="1190" r:id="rId21"/>
    <p:sldId id="1207" r:id="rId22"/>
    <p:sldId id="1205" r:id="rId23"/>
    <p:sldId id="1227" r:id="rId24"/>
    <p:sldId id="1228" r:id="rId25"/>
    <p:sldId id="1226" r:id="rId26"/>
    <p:sldId id="1206" r:id="rId27"/>
    <p:sldId id="1213" r:id="rId28"/>
    <p:sldId id="1212" r:id="rId29"/>
    <p:sldId id="1049" r:id="rId30"/>
  </p:sldIdLst>
  <p:sldSz cx="12192000" cy="6858000"/>
  <p:notesSz cx="6735763" cy="9866313"/>
  <p:custDataLst>
    <p:tags r:id="rId3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 inndeling" id="{79D67971-7A05-4A9A-893A-D79BF59EDEF0}">
          <p14:sldIdLst>
            <p14:sldId id="1162"/>
            <p14:sldId id="1161"/>
            <p14:sldId id="1218"/>
            <p14:sldId id="1229"/>
            <p14:sldId id="1230"/>
            <p14:sldId id="1217"/>
            <p14:sldId id="1221"/>
            <p14:sldId id="1222"/>
            <p14:sldId id="1223"/>
            <p14:sldId id="1219"/>
            <p14:sldId id="1220"/>
            <p14:sldId id="1211"/>
            <p14:sldId id="1210"/>
            <p14:sldId id="1224"/>
            <p14:sldId id="1216"/>
            <p14:sldId id="1225"/>
            <p14:sldId id="1190"/>
            <p14:sldId id="1207"/>
            <p14:sldId id="1205"/>
            <p14:sldId id="1227"/>
            <p14:sldId id="1228"/>
            <p14:sldId id="1226"/>
            <p14:sldId id="1206"/>
            <p14:sldId id="1213"/>
            <p14:sldId id="1212"/>
            <p14:sldId id="10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BF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FA1755-6DDE-1E86-B544-60774E73AEE8}" v="112" dt="2025-03-16T19:17:49.617"/>
    <p1510:client id="{B6E58D3E-34FE-4AE3-301E-DDF9BE556135}" v="433" dt="2025-03-16T19:08:08.7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799B23B-EC83-4686-B30A-512413B5E67A}" styleName="Lys stil 3 – utheving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32" autoAdjust="0"/>
    <p:restoredTop sz="70926" autoAdjust="0"/>
  </p:normalViewPr>
  <p:slideViewPr>
    <p:cSldViewPr snapToGrid="0">
      <p:cViewPr varScale="1">
        <p:scale>
          <a:sx n="44" d="100"/>
          <a:sy n="44" d="100"/>
        </p:scale>
        <p:origin x="1227" y="3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5/10/relationships/revisionInfo" Target="revisionInfo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gs" Target="tags/tag1.xml"/><Relationship Id="rId38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urt Oldenborg" userId="e4c624eb-8089-4c42-ae7f-84b4d3513257" providerId="ADAL" clId="{C9CB05B4-7C02-476E-B5D0-3373CD834716}"/>
    <pc:docChg chg="undo custSel addSld delSld modSld sldOrd modSection">
      <pc:chgData name="Curt Oldenborg" userId="e4c624eb-8089-4c42-ae7f-84b4d3513257" providerId="ADAL" clId="{C9CB05B4-7C02-476E-B5D0-3373CD834716}" dt="2024-03-21T06:51:50.647" v="11599" actId="20577"/>
      <pc:docMkLst>
        <pc:docMk/>
      </pc:docMkLst>
      <pc:sldChg chg="modSp del mod">
        <pc:chgData name="Curt Oldenborg" userId="e4c624eb-8089-4c42-ae7f-84b4d3513257" providerId="ADAL" clId="{C9CB05B4-7C02-476E-B5D0-3373CD834716}" dt="2024-03-21T06:50:22.993" v="11503" actId="47"/>
        <pc:sldMkLst>
          <pc:docMk/>
          <pc:sldMk cId="0" sldId="274"/>
        </pc:sldMkLst>
        <pc:spChg chg="mod">
          <ac:chgData name="Curt Oldenborg" userId="e4c624eb-8089-4c42-ae7f-84b4d3513257" providerId="ADAL" clId="{C9CB05B4-7C02-476E-B5D0-3373CD834716}" dt="2024-03-19T19:37:43.477" v="10936" actId="20577"/>
          <ac:spMkLst>
            <pc:docMk/>
            <pc:sldMk cId="0" sldId="274"/>
            <ac:spMk id="2" creationId="{00000000-0000-0000-0000-000000000000}"/>
          </ac:spMkLst>
        </pc:spChg>
        <pc:spChg chg="mod">
          <ac:chgData name="Curt Oldenborg" userId="e4c624eb-8089-4c42-ae7f-84b4d3513257" providerId="ADAL" clId="{C9CB05B4-7C02-476E-B5D0-3373CD834716}" dt="2024-03-19T19:39:05.638" v="11030" actId="20577"/>
          <ac:spMkLst>
            <pc:docMk/>
            <pc:sldMk cId="0" sldId="274"/>
            <ac:spMk id="3" creationId="{E10E4588-EB86-6D52-B442-BD10303B0A74}"/>
          </ac:spMkLst>
        </pc:spChg>
        <pc:spChg chg="mod">
          <ac:chgData name="Curt Oldenborg" userId="e4c624eb-8089-4c42-ae7f-84b4d3513257" providerId="ADAL" clId="{C9CB05B4-7C02-476E-B5D0-3373CD834716}" dt="2024-03-19T19:38:40.982" v="10995" actId="20577"/>
          <ac:spMkLst>
            <pc:docMk/>
            <pc:sldMk cId="0" sldId="274"/>
            <ac:spMk id="5" creationId="{00000000-0000-0000-0000-000000000000}"/>
          </ac:spMkLst>
        </pc:spChg>
      </pc:sldChg>
      <pc:sldChg chg="addSp delSp modSp mod modNotesTx">
        <pc:chgData name="Curt Oldenborg" userId="e4c624eb-8089-4c42-ae7f-84b4d3513257" providerId="ADAL" clId="{C9CB05B4-7C02-476E-B5D0-3373CD834716}" dt="2024-03-21T06:51:50.647" v="11599" actId="20577"/>
        <pc:sldMkLst>
          <pc:docMk/>
          <pc:sldMk cId="3947777771" sldId="1049"/>
        </pc:sldMkLst>
        <pc:spChg chg="mod">
          <ac:chgData name="Curt Oldenborg" userId="e4c624eb-8089-4c42-ae7f-84b4d3513257" providerId="ADAL" clId="{C9CB05B4-7C02-476E-B5D0-3373CD834716}" dt="2024-03-21T06:51:07.560" v="11545" actId="20577"/>
          <ac:spMkLst>
            <pc:docMk/>
            <pc:sldMk cId="3947777771" sldId="1049"/>
            <ac:spMk id="5" creationId="{8A85304D-11E6-4105-A76E-206A90ED6527}"/>
          </ac:spMkLst>
        </pc:spChg>
        <pc:spChg chg="add del mod">
          <ac:chgData name="Curt Oldenborg" userId="e4c624eb-8089-4c42-ae7f-84b4d3513257" providerId="ADAL" clId="{C9CB05B4-7C02-476E-B5D0-3373CD834716}" dt="2024-03-21T06:51:38.691" v="11598" actId="14100"/>
          <ac:spMkLst>
            <pc:docMk/>
            <pc:sldMk cId="3947777771" sldId="1049"/>
            <ac:spMk id="7" creationId="{73DDC9A0-FCD4-7C6E-8D3C-521C169A70A3}"/>
          </ac:spMkLst>
        </pc:spChg>
      </pc:sldChg>
      <pc:sldChg chg="modSp mod modNotesTx">
        <pc:chgData name="Curt Oldenborg" userId="e4c624eb-8089-4c42-ae7f-84b4d3513257" providerId="ADAL" clId="{C9CB05B4-7C02-476E-B5D0-3373CD834716}" dt="2024-03-21T06:48:55.605" v="11493" actId="20577"/>
        <pc:sldMkLst>
          <pc:docMk/>
          <pc:sldMk cId="2283333936" sldId="1161"/>
        </pc:sldMkLst>
        <pc:spChg chg="mod">
          <ac:chgData name="Curt Oldenborg" userId="e4c624eb-8089-4c42-ae7f-84b4d3513257" providerId="ADAL" clId="{C9CB05B4-7C02-476E-B5D0-3373CD834716}" dt="2024-03-21T06:48:55.605" v="11493" actId="20577"/>
          <ac:spMkLst>
            <pc:docMk/>
            <pc:sldMk cId="2283333936" sldId="1161"/>
            <ac:spMk id="6" creationId="{73DDC9A0-FCD4-7C6E-8D3C-521C169A70A3}"/>
          </ac:spMkLst>
        </pc:spChg>
      </pc:sldChg>
      <pc:sldChg chg="addSp delSp modSp mod modNotesTx">
        <pc:chgData name="Curt Oldenborg" userId="e4c624eb-8089-4c42-ae7f-84b4d3513257" providerId="ADAL" clId="{C9CB05B4-7C02-476E-B5D0-3373CD834716}" dt="2024-03-20T16:01:06.575" v="11152" actId="1076"/>
        <pc:sldMkLst>
          <pc:docMk/>
          <pc:sldMk cId="827480998" sldId="1162"/>
        </pc:sldMkLst>
        <pc:spChg chg="del mod">
          <ac:chgData name="Curt Oldenborg" userId="e4c624eb-8089-4c42-ae7f-84b4d3513257" providerId="ADAL" clId="{C9CB05B4-7C02-476E-B5D0-3373CD834716}" dt="2024-03-11T11:05:24.603" v="15" actId="478"/>
          <ac:spMkLst>
            <pc:docMk/>
            <pc:sldMk cId="827480998" sldId="1162"/>
            <ac:spMk id="2" creationId="{59C53CC8-14DC-2285-EC51-E6BF695B5109}"/>
          </ac:spMkLst>
        </pc:spChg>
        <pc:spChg chg="mod">
          <ac:chgData name="Curt Oldenborg" userId="e4c624eb-8089-4c42-ae7f-84b4d3513257" providerId="ADAL" clId="{C9CB05B4-7C02-476E-B5D0-3373CD834716}" dt="2024-03-20T16:01:01.734" v="11151" actId="14100"/>
          <ac:spMkLst>
            <pc:docMk/>
            <pc:sldMk cId="827480998" sldId="1162"/>
            <ac:spMk id="6" creationId="{3E1EE1A7-115B-C27C-AFEE-F1CB4DA47820}"/>
          </ac:spMkLst>
        </pc:spChg>
        <pc:spChg chg="add del mod">
          <ac:chgData name="Curt Oldenborg" userId="e4c624eb-8089-4c42-ae7f-84b4d3513257" providerId="ADAL" clId="{C9CB05B4-7C02-476E-B5D0-3373CD834716}" dt="2024-03-11T11:05:27.941" v="16" actId="478"/>
          <ac:spMkLst>
            <pc:docMk/>
            <pc:sldMk cId="827480998" sldId="1162"/>
            <ac:spMk id="7" creationId="{8FA02843-4578-4C5C-F86D-DEE5274EF06B}"/>
          </ac:spMkLst>
        </pc:spChg>
        <pc:picChg chg="add mod">
          <ac:chgData name="Curt Oldenborg" userId="e4c624eb-8089-4c42-ae7f-84b4d3513257" providerId="ADAL" clId="{C9CB05B4-7C02-476E-B5D0-3373CD834716}" dt="2024-03-20T16:01:06.575" v="11152" actId="1076"/>
          <ac:picMkLst>
            <pc:docMk/>
            <pc:sldMk cId="827480998" sldId="1162"/>
            <ac:picMk id="4" creationId="{1BD9C021-45B8-33AD-33AB-5B04139C5D8B}"/>
          </ac:picMkLst>
        </pc:picChg>
      </pc:sldChg>
      <pc:sldChg chg="del">
        <pc:chgData name="Curt Oldenborg" userId="e4c624eb-8089-4c42-ae7f-84b4d3513257" providerId="ADAL" clId="{C9CB05B4-7C02-476E-B5D0-3373CD834716}" dt="2024-03-19T18:46:20.878" v="10475" actId="47"/>
        <pc:sldMkLst>
          <pc:docMk/>
          <pc:sldMk cId="3653654563" sldId="1165"/>
        </pc:sldMkLst>
      </pc:sldChg>
      <pc:sldChg chg="del">
        <pc:chgData name="Curt Oldenborg" userId="e4c624eb-8089-4c42-ae7f-84b4d3513257" providerId="ADAL" clId="{C9CB05B4-7C02-476E-B5D0-3373CD834716}" dt="2024-03-19T18:46:25.935" v="10478" actId="47"/>
        <pc:sldMkLst>
          <pc:docMk/>
          <pc:sldMk cId="3206200528" sldId="1168"/>
        </pc:sldMkLst>
      </pc:sldChg>
      <pc:sldChg chg="del">
        <pc:chgData name="Curt Oldenborg" userId="e4c624eb-8089-4c42-ae7f-84b4d3513257" providerId="ADAL" clId="{C9CB05B4-7C02-476E-B5D0-3373CD834716}" dt="2024-03-19T18:47:11.576" v="10485" actId="47"/>
        <pc:sldMkLst>
          <pc:docMk/>
          <pc:sldMk cId="2397354496" sldId="1170"/>
        </pc:sldMkLst>
      </pc:sldChg>
      <pc:sldChg chg="addSp delSp modSp del mod delAnim modAnim modNotesTx">
        <pc:chgData name="Curt Oldenborg" userId="e4c624eb-8089-4c42-ae7f-84b4d3513257" providerId="ADAL" clId="{C9CB05B4-7C02-476E-B5D0-3373CD834716}" dt="2024-03-19T17:55:23.296" v="9041" actId="47"/>
        <pc:sldMkLst>
          <pc:docMk/>
          <pc:sldMk cId="2182568029" sldId="1171"/>
        </pc:sldMkLst>
        <pc:spChg chg="mod">
          <ac:chgData name="Curt Oldenborg" userId="e4c624eb-8089-4c42-ae7f-84b4d3513257" providerId="ADAL" clId="{C9CB05B4-7C02-476E-B5D0-3373CD834716}" dt="2024-03-11T11:09:35.774" v="511" actId="20577"/>
          <ac:spMkLst>
            <pc:docMk/>
            <pc:sldMk cId="2182568029" sldId="1171"/>
            <ac:spMk id="2" creationId="{2127A240-4B07-BAF2-7781-8AAAAFC53DD6}"/>
          </ac:spMkLst>
        </pc:spChg>
        <pc:spChg chg="add mod">
          <ac:chgData name="Curt Oldenborg" userId="e4c624eb-8089-4c42-ae7f-84b4d3513257" providerId="ADAL" clId="{C9CB05B4-7C02-476E-B5D0-3373CD834716}" dt="2024-03-19T08:15:11.257" v="7349" actId="14100"/>
          <ac:spMkLst>
            <pc:docMk/>
            <pc:sldMk cId="2182568029" sldId="1171"/>
            <ac:spMk id="3" creationId="{B1B900AC-79BF-4A1E-26C5-7412C55ED73F}"/>
          </ac:spMkLst>
        </pc:spChg>
        <pc:spChg chg="add mod">
          <ac:chgData name="Curt Oldenborg" userId="e4c624eb-8089-4c42-ae7f-84b4d3513257" providerId="ADAL" clId="{C9CB05B4-7C02-476E-B5D0-3373CD834716}" dt="2024-03-11T11:16:44.850" v="628" actId="14100"/>
          <ac:spMkLst>
            <pc:docMk/>
            <pc:sldMk cId="2182568029" sldId="1171"/>
            <ac:spMk id="4" creationId="{E94D3DBE-DC3C-EE48-DD4E-19885713EEF3}"/>
          </ac:spMkLst>
        </pc:spChg>
        <pc:spChg chg="mod">
          <ac:chgData name="Curt Oldenborg" userId="e4c624eb-8089-4c42-ae7f-84b4d3513257" providerId="ADAL" clId="{C9CB05B4-7C02-476E-B5D0-3373CD834716}" dt="2024-03-19T08:27:59.796" v="7529" actId="20577"/>
          <ac:spMkLst>
            <pc:docMk/>
            <pc:sldMk cId="2182568029" sldId="1171"/>
            <ac:spMk id="6" creationId="{73DDC9A0-FCD4-7C6E-8D3C-521C169A70A3}"/>
          </ac:spMkLst>
        </pc:spChg>
        <pc:spChg chg="mod">
          <ac:chgData name="Curt Oldenborg" userId="e4c624eb-8089-4c42-ae7f-84b4d3513257" providerId="ADAL" clId="{C9CB05B4-7C02-476E-B5D0-3373CD834716}" dt="2024-03-19T08:15:19.781" v="7350" actId="1076"/>
          <ac:spMkLst>
            <pc:docMk/>
            <pc:sldMk cId="2182568029" sldId="1171"/>
            <ac:spMk id="8" creationId="{443CB3E0-4D52-C102-5260-1F5F6B507D41}"/>
          </ac:spMkLst>
        </pc:spChg>
        <pc:picChg chg="add del mod">
          <ac:chgData name="Curt Oldenborg" userId="e4c624eb-8089-4c42-ae7f-84b4d3513257" providerId="ADAL" clId="{C9CB05B4-7C02-476E-B5D0-3373CD834716}" dt="2024-03-19T08:06:16.136" v="7096" actId="478"/>
          <ac:picMkLst>
            <pc:docMk/>
            <pc:sldMk cId="2182568029" sldId="1171"/>
            <ac:picMk id="5" creationId="{EB1A5E34-D3B7-1058-D736-58C24DFE02E4}"/>
          </ac:picMkLst>
        </pc:picChg>
      </pc:sldChg>
      <pc:sldChg chg="del">
        <pc:chgData name="Curt Oldenborg" userId="e4c624eb-8089-4c42-ae7f-84b4d3513257" providerId="ADAL" clId="{C9CB05B4-7C02-476E-B5D0-3373CD834716}" dt="2024-03-19T18:46:22.919" v="10476" actId="47"/>
        <pc:sldMkLst>
          <pc:docMk/>
          <pc:sldMk cId="1205835305" sldId="1172"/>
        </pc:sldMkLst>
      </pc:sldChg>
      <pc:sldChg chg="del">
        <pc:chgData name="Curt Oldenborg" userId="e4c624eb-8089-4c42-ae7f-84b4d3513257" providerId="ADAL" clId="{C9CB05B4-7C02-476E-B5D0-3373CD834716}" dt="2024-03-19T18:46:46.344" v="10482" actId="47"/>
        <pc:sldMkLst>
          <pc:docMk/>
          <pc:sldMk cId="334091003" sldId="1173"/>
        </pc:sldMkLst>
      </pc:sldChg>
      <pc:sldChg chg="del">
        <pc:chgData name="Curt Oldenborg" userId="e4c624eb-8089-4c42-ae7f-84b4d3513257" providerId="ADAL" clId="{C9CB05B4-7C02-476E-B5D0-3373CD834716}" dt="2024-03-19T14:38:14.884" v="7867" actId="47"/>
        <pc:sldMkLst>
          <pc:docMk/>
          <pc:sldMk cId="1609310541" sldId="1174"/>
        </pc:sldMkLst>
      </pc:sldChg>
      <pc:sldChg chg="del">
        <pc:chgData name="Curt Oldenborg" userId="e4c624eb-8089-4c42-ae7f-84b4d3513257" providerId="ADAL" clId="{C9CB05B4-7C02-476E-B5D0-3373CD834716}" dt="2024-03-19T18:46:07.799" v="10467" actId="47"/>
        <pc:sldMkLst>
          <pc:docMk/>
          <pc:sldMk cId="728306934" sldId="1175"/>
        </pc:sldMkLst>
      </pc:sldChg>
      <pc:sldChg chg="del">
        <pc:chgData name="Curt Oldenborg" userId="e4c624eb-8089-4c42-ae7f-84b4d3513257" providerId="ADAL" clId="{C9CB05B4-7C02-476E-B5D0-3373CD834716}" dt="2024-03-19T18:46:10.608" v="10468" actId="47"/>
        <pc:sldMkLst>
          <pc:docMk/>
          <pc:sldMk cId="1133022698" sldId="1176"/>
        </pc:sldMkLst>
      </pc:sldChg>
      <pc:sldChg chg="del">
        <pc:chgData name="Curt Oldenborg" userId="e4c624eb-8089-4c42-ae7f-84b4d3513257" providerId="ADAL" clId="{C9CB05B4-7C02-476E-B5D0-3373CD834716}" dt="2024-03-19T18:46:28.074" v="10479" actId="47"/>
        <pc:sldMkLst>
          <pc:docMk/>
          <pc:sldMk cId="974305528" sldId="1177"/>
        </pc:sldMkLst>
      </pc:sldChg>
      <pc:sldChg chg="del">
        <pc:chgData name="Curt Oldenborg" userId="e4c624eb-8089-4c42-ae7f-84b4d3513257" providerId="ADAL" clId="{C9CB05B4-7C02-476E-B5D0-3373CD834716}" dt="2024-03-19T18:46:24.665" v="10477" actId="47"/>
        <pc:sldMkLst>
          <pc:docMk/>
          <pc:sldMk cId="1239311934" sldId="1179"/>
        </pc:sldMkLst>
      </pc:sldChg>
      <pc:sldChg chg="del">
        <pc:chgData name="Curt Oldenborg" userId="e4c624eb-8089-4c42-ae7f-84b4d3513257" providerId="ADAL" clId="{C9CB05B4-7C02-476E-B5D0-3373CD834716}" dt="2024-03-19T18:46:30.152" v="10480" actId="47"/>
        <pc:sldMkLst>
          <pc:docMk/>
          <pc:sldMk cId="4232966977" sldId="1180"/>
        </pc:sldMkLst>
      </pc:sldChg>
      <pc:sldChg chg="del">
        <pc:chgData name="Curt Oldenborg" userId="e4c624eb-8089-4c42-ae7f-84b4d3513257" providerId="ADAL" clId="{C9CB05B4-7C02-476E-B5D0-3373CD834716}" dt="2024-03-19T14:36:40.716" v="7863" actId="47"/>
        <pc:sldMkLst>
          <pc:docMk/>
          <pc:sldMk cId="2100622311" sldId="1181"/>
        </pc:sldMkLst>
      </pc:sldChg>
      <pc:sldChg chg="del">
        <pc:chgData name="Curt Oldenborg" userId="e4c624eb-8089-4c42-ae7f-84b4d3513257" providerId="ADAL" clId="{C9CB05B4-7C02-476E-B5D0-3373CD834716}" dt="2024-03-19T14:36:58.174" v="7865" actId="47"/>
        <pc:sldMkLst>
          <pc:docMk/>
          <pc:sldMk cId="2588368582" sldId="1182"/>
        </pc:sldMkLst>
      </pc:sldChg>
      <pc:sldChg chg="del">
        <pc:chgData name="Curt Oldenborg" userId="e4c624eb-8089-4c42-ae7f-84b4d3513257" providerId="ADAL" clId="{C9CB05B4-7C02-476E-B5D0-3373CD834716}" dt="2024-03-19T14:36:46.865" v="7864" actId="47"/>
        <pc:sldMkLst>
          <pc:docMk/>
          <pc:sldMk cId="1869461922" sldId="1183"/>
        </pc:sldMkLst>
      </pc:sldChg>
      <pc:sldChg chg="del">
        <pc:chgData name="Curt Oldenborg" userId="e4c624eb-8089-4c42-ae7f-84b4d3513257" providerId="ADAL" clId="{C9CB05B4-7C02-476E-B5D0-3373CD834716}" dt="2024-03-19T18:45:39.174" v="10461" actId="47"/>
        <pc:sldMkLst>
          <pc:docMk/>
          <pc:sldMk cId="3706130230" sldId="1184"/>
        </pc:sldMkLst>
      </pc:sldChg>
      <pc:sldChg chg="del">
        <pc:chgData name="Curt Oldenborg" userId="e4c624eb-8089-4c42-ae7f-84b4d3513257" providerId="ADAL" clId="{C9CB05B4-7C02-476E-B5D0-3373CD834716}" dt="2024-03-19T14:36:33.399" v="7860" actId="47"/>
        <pc:sldMkLst>
          <pc:docMk/>
          <pc:sldMk cId="3848778986" sldId="1185"/>
        </pc:sldMkLst>
      </pc:sldChg>
      <pc:sldChg chg="del">
        <pc:chgData name="Curt Oldenborg" userId="e4c624eb-8089-4c42-ae7f-84b4d3513257" providerId="ADAL" clId="{C9CB05B4-7C02-476E-B5D0-3373CD834716}" dt="2024-03-19T18:45:59.639" v="10465" actId="47"/>
        <pc:sldMkLst>
          <pc:docMk/>
          <pc:sldMk cId="1941760483" sldId="1186"/>
        </pc:sldMkLst>
      </pc:sldChg>
      <pc:sldChg chg="del">
        <pc:chgData name="Curt Oldenborg" userId="e4c624eb-8089-4c42-ae7f-84b4d3513257" providerId="ADAL" clId="{C9CB05B4-7C02-476E-B5D0-3373CD834716}" dt="2024-03-19T18:46:12.173" v="10469" actId="47"/>
        <pc:sldMkLst>
          <pc:docMk/>
          <pc:sldMk cId="221578788" sldId="1187"/>
        </pc:sldMkLst>
      </pc:sldChg>
      <pc:sldChg chg="del">
        <pc:chgData name="Curt Oldenborg" userId="e4c624eb-8089-4c42-ae7f-84b4d3513257" providerId="ADAL" clId="{C9CB05B4-7C02-476E-B5D0-3373CD834716}" dt="2024-03-19T18:46:18.480" v="10473" actId="47"/>
        <pc:sldMkLst>
          <pc:docMk/>
          <pc:sldMk cId="1037463049" sldId="1188"/>
        </pc:sldMkLst>
      </pc:sldChg>
      <pc:sldChg chg="del">
        <pc:chgData name="Curt Oldenborg" userId="e4c624eb-8089-4c42-ae7f-84b4d3513257" providerId="ADAL" clId="{C9CB05B4-7C02-476E-B5D0-3373CD834716}" dt="2024-03-19T18:46:15.469" v="10471" actId="47"/>
        <pc:sldMkLst>
          <pc:docMk/>
          <pc:sldMk cId="1536167594" sldId="1189"/>
        </pc:sldMkLst>
      </pc:sldChg>
      <pc:sldChg chg="addSp delSp modSp mod ord modNotesTx">
        <pc:chgData name="Curt Oldenborg" userId="e4c624eb-8089-4c42-ae7f-84b4d3513257" providerId="ADAL" clId="{C9CB05B4-7C02-476E-B5D0-3373CD834716}" dt="2024-03-20T16:09:21.845" v="11245" actId="20577"/>
        <pc:sldMkLst>
          <pc:docMk/>
          <pc:sldMk cId="3557198541" sldId="1190"/>
        </pc:sldMkLst>
        <pc:spChg chg="mod">
          <ac:chgData name="Curt Oldenborg" userId="e4c624eb-8089-4c42-ae7f-84b4d3513257" providerId="ADAL" clId="{C9CB05B4-7C02-476E-B5D0-3373CD834716}" dt="2024-03-16T10:34:49.389" v="4197" actId="20577"/>
          <ac:spMkLst>
            <pc:docMk/>
            <pc:sldMk cId="3557198541" sldId="1190"/>
            <ac:spMk id="2" creationId="{2127A240-4B07-BAF2-7781-8AAAAFC53DD6}"/>
          </ac:spMkLst>
        </pc:spChg>
        <pc:spChg chg="add mod">
          <ac:chgData name="Curt Oldenborg" userId="e4c624eb-8089-4c42-ae7f-84b4d3513257" providerId="ADAL" clId="{C9CB05B4-7C02-476E-B5D0-3373CD834716}" dt="2024-03-20T16:09:21.845" v="11245" actId="20577"/>
          <ac:spMkLst>
            <pc:docMk/>
            <pc:sldMk cId="3557198541" sldId="1190"/>
            <ac:spMk id="3" creationId="{7E9CED89-BA6E-11C8-D4D6-332409BFD3F0}"/>
          </ac:spMkLst>
        </pc:spChg>
        <pc:spChg chg="add del mod">
          <ac:chgData name="Curt Oldenborg" userId="e4c624eb-8089-4c42-ae7f-84b4d3513257" providerId="ADAL" clId="{C9CB05B4-7C02-476E-B5D0-3373CD834716}" dt="2024-03-11T15:41:42.758" v="3054" actId="478"/>
          <ac:spMkLst>
            <pc:docMk/>
            <pc:sldMk cId="3557198541" sldId="1190"/>
            <ac:spMk id="3" creationId="{8D1204C5-31D7-08C8-5485-F341848057B7}"/>
          </ac:spMkLst>
        </pc:spChg>
        <pc:spChg chg="add">
          <ac:chgData name="Curt Oldenborg" userId="e4c624eb-8089-4c42-ae7f-84b4d3513257" providerId="ADAL" clId="{C9CB05B4-7C02-476E-B5D0-3373CD834716}" dt="2024-03-11T11:15:53.271" v="619"/>
          <ac:spMkLst>
            <pc:docMk/>
            <pc:sldMk cId="3557198541" sldId="1190"/>
            <ac:spMk id="4" creationId="{1640F98E-2AA1-CF9A-46E3-2FD339B6AD72}"/>
          </ac:spMkLst>
        </pc:spChg>
        <pc:spChg chg="del">
          <ac:chgData name="Curt Oldenborg" userId="e4c624eb-8089-4c42-ae7f-84b4d3513257" providerId="ADAL" clId="{C9CB05B4-7C02-476E-B5D0-3373CD834716}" dt="2024-03-11T15:41:16.680" v="3049" actId="478"/>
          <ac:spMkLst>
            <pc:docMk/>
            <pc:sldMk cId="3557198541" sldId="1190"/>
            <ac:spMk id="6" creationId="{73DDC9A0-FCD4-7C6E-8D3C-521C169A70A3}"/>
          </ac:spMkLst>
        </pc:spChg>
      </pc:sldChg>
      <pc:sldChg chg="del">
        <pc:chgData name="Curt Oldenborg" userId="e4c624eb-8089-4c42-ae7f-84b4d3513257" providerId="ADAL" clId="{C9CB05B4-7C02-476E-B5D0-3373CD834716}" dt="2024-03-19T14:36:36.821" v="7861" actId="47"/>
        <pc:sldMkLst>
          <pc:docMk/>
          <pc:sldMk cId="2272545274" sldId="1191"/>
        </pc:sldMkLst>
      </pc:sldChg>
      <pc:sldChg chg="del">
        <pc:chgData name="Curt Oldenborg" userId="e4c624eb-8089-4c42-ae7f-84b4d3513257" providerId="ADAL" clId="{C9CB05B4-7C02-476E-B5D0-3373CD834716}" dt="2024-03-19T18:45:45.118" v="10462" actId="47"/>
        <pc:sldMkLst>
          <pc:docMk/>
          <pc:sldMk cId="1985565746" sldId="1192"/>
        </pc:sldMkLst>
      </pc:sldChg>
      <pc:sldChg chg="del">
        <pc:chgData name="Curt Oldenborg" userId="e4c624eb-8089-4c42-ae7f-84b4d3513257" providerId="ADAL" clId="{C9CB05B4-7C02-476E-B5D0-3373CD834716}" dt="2024-03-19T18:45:50.914" v="10463" actId="47"/>
        <pc:sldMkLst>
          <pc:docMk/>
          <pc:sldMk cId="3911496979" sldId="1193"/>
        </pc:sldMkLst>
      </pc:sldChg>
      <pc:sldChg chg="del">
        <pc:chgData name="Curt Oldenborg" userId="e4c624eb-8089-4c42-ae7f-84b4d3513257" providerId="ADAL" clId="{C9CB05B4-7C02-476E-B5D0-3373CD834716}" dt="2024-03-19T14:37:05.567" v="7866" actId="47"/>
        <pc:sldMkLst>
          <pc:docMk/>
          <pc:sldMk cId="85339429" sldId="1194"/>
        </pc:sldMkLst>
      </pc:sldChg>
      <pc:sldChg chg="del">
        <pc:chgData name="Curt Oldenborg" userId="e4c624eb-8089-4c42-ae7f-84b4d3513257" providerId="ADAL" clId="{C9CB05B4-7C02-476E-B5D0-3373CD834716}" dt="2024-03-19T18:46:31.897" v="10481" actId="47"/>
        <pc:sldMkLst>
          <pc:docMk/>
          <pc:sldMk cId="519728426" sldId="1195"/>
        </pc:sldMkLst>
      </pc:sldChg>
      <pc:sldChg chg="del">
        <pc:chgData name="Curt Oldenborg" userId="e4c624eb-8089-4c42-ae7f-84b4d3513257" providerId="ADAL" clId="{C9CB05B4-7C02-476E-B5D0-3373CD834716}" dt="2024-03-19T18:46:50.618" v="10483" actId="47"/>
        <pc:sldMkLst>
          <pc:docMk/>
          <pc:sldMk cId="1275694907" sldId="1196"/>
        </pc:sldMkLst>
      </pc:sldChg>
      <pc:sldChg chg="del">
        <pc:chgData name="Curt Oldenborg" userId="e4c624eb-8089-4c42-ae7f-84b4d3513257" providerId="ADAL" clId="{C9CB05B4-7C02-476E-B5D0-3373CD834716}" dt="2024-03-19T14:36:39.175" v="7862" actId="47"/>
        <pc:sldMkLst>
          <pc:docMk/>
          <pc:sldMk cId="3894891580" sldId="1197"/>
        </pc:sldMkLst>
      </pc:sldChg>
      <pc:sldChg chg="del">
        <pc:chgData name="Curt Oldenborg" userId="e4c624eb-8089-4c42-ae7f-84b4d3513257" providerId="ADAL" clId="{C9CB05B4-7C02-476E-B5D0-3373CD834716}" dt="2024-03-19T18:46:17.354" v="10472" actId="47"/>
        <pc:sldMkLst>
          <pc:docMk/>
          <pc:sldMk cId="4032416308" sldId="1198"/>
        </pc:sldMkLst>
      </pc:sldChg>
      <pc:sldChg chg="del">
        <pc:chgData name="Curt Oldenborg" userId="e4c624eb-8089-4c42-ae7f-84b4d3513257" providerId="ADAL" clId="{C9CB05B4-7C02-476E-B5D0-3373CD834716}" dt="2024-03-19T18:46:13.837" v="10470" actId="47"/>
        <pc:sldMkLst>
          <pc:docMk/>
          <pc:sldMk cId="1304441006" sldId="1199"/>
        </pc:sldMkLst>
      </pc:sldChg>
      <pc:sldChg chg="del">
        <pc:chgData name="Curt Oldenborg" userId="e4c624eb-8089-4c42-ae7f-84b4d3513257" providerId="ADAL" clId="{C9CB05B4-7C02-476E-B5D0-3373CD834716}" dt="2024-03-19T18:46:03.551" v="10466" actId="47"/>
        <pc:sldMkLst>
          <pc:docMk/>
          <pc:sldMk cId="704660625" sldId="1200"/>
        </pc:sldMkLst>
      </pc:sldChg>
      <pc:sldChg chg="addSp modSp del mod">
        <pc:chgData name="Curt Oldenborg" userId="e4c624eb-8089-4c42-ae7f-84b4d3513257" providerId="ADAL" clId="{C9CB05B4-7C02-476E-B5D0-3373CD834716}" dt="2024-03-19T18:47:06.093" v="10484" actId="47"/>
        <pc:sldMkLst>
          <pc:docMk/>
          <pc:sldMk cId="3750521954" sldId="1202"/>
        </pc:sldMkLst>
        <pc:picChg chg="add mod">
          <ac:chgData name="Curt Oldenborg" userId="e4c624eb-8089-4c42-ae7f-84b4d3513257" providerId="ADAL" clId="{C9CB05B4-7C02-476E-B5D0-3373CD834716}" dt="2024-03-19T13:12:27.632" v="7644" actId="1076"/>
          <ac:picMkLst>
            <pc:docMk/>
            <pc:sldMk cId="3750521954" sldId="1202"/>
            <ac:picMk id="4" creationId="{64C57904-556B-1F8B-A27B-64AE4FF375EC}"/>
          </ac:picMkLst>
        </pc:picChg>
      </pc:sldChg>
      <pc:sldChg chg="del">
        <pc:chgData name="Curt Oldenborg" userId="e4c624eb-8089-4c42-ae7f-84b4d3513257" providerId="ADAL" clId="{C9CB05B4-7C02-476E-B5D0-3373CD834716}" dt="2024-03-19T18:46:19.417" v="10474" actId="47"/>
        <pc:sldMkLst>
          <pc:docMk/>
          <pc:sldMk cId="453795067" sldId="1203"/>
        </pc:sldMkLst>
      </pc:sldChg>
      <pc:sldChg chg="addSp delSp modSp add del mod modNotesTx">
        <pc:chgData name="Curt Oldenborg" userId="e4c624eb-8089-4c42-ae7f-84b4d3513257" providerId="ADAL" clId="{C9CB05B4-7C02-476E-B5D0-3373CD834716}" dt="2024-03-19T18:47:26.410" v="10486" actId="47"/>
        <pc:sldMkLst>
          <pc:docMk/>
          <pc:sldMk cId="513786079" sldId="1204"/>
        </pc:sldMkLst>
        <pc:spChg chg="mod">
          <ac:chgData name="Curt Oldenborg" userId="e4c624eb-8089-4c42-ae7f-84b4d3513257" providerId="ADAL" clId="{C9CB05B4-7C02-476E-B5D0-3373CD834716}" dt="2024-03-11T14:20:10.777" v="2732" actId="20577"/>
          <ac:spMkLst>
            <pc:docMk/>
            <pc:sldMk cId="513786079" sldId="1204"/>
            <ac:spMk id="2" creationId="{2127A240-4B07-BAF2-7781-8AAAAFC53DD6}"/>
          </ac:spMkLst>
        </pc:spChg>
        <pc:spChg chg="del mod">
          <ac:chgData name="Curt Oldenborg" userId="e4c624eb-8089-4c42-ae7f-84b4d3513257" providerId="ADAL" clId="{C9CB05B4-7C02-476E-B5D0-3373CD834716}" dt="2024-03-11T12:59:08.239" v="2042" actId="478"/>
          <ac:spMkLst>
            <pc:docMk/>
            <pc:sldMk cId="513786079" sldId="1204"/>
            <ac:spMk id="3" creationId="{B1B900AC-79BF-4A1E-26C5-7412C55ED73F}"/>
          </ac:spMkLst>
        </pc:spChg>
        <pc:spChg chg="del mod">
          <ac:chgData name="Curt Oldenborg" userId="e4c624eb-8089-4c42-ae7f-84b4d3513257" providerId="ADAL" clId="{C9CB05B4-7C02-476E-B5D0-3373CD834716}" dt="2024-03-11T12:58:39.820" v="2032" actId="478"/>
          <ac:spMkLst>
            <pc:docMk/>
            <pc:sldMk cId="513786079" sldId="1204"/>
            <ac:spMk id="6" creationId="{73DDC9A0-FCD4-7C6E-8D3C-521C169A70A3}"/>
          </ac:spMkLst>
        </pc:spChg>
        <pc:spChg chg="del mod">
          <ac:chgData name="Curt Oldenborg" userId="e4c624eb-8089-4c42-ae7f-84b4d3513257" providerId="ADAL" clId="{C9CB05B4-7C02-476E-B5D0-3373CD834716}" dt="2024-03-11T12:58:43.346" v="2034" actId="478"/>
          <ac:spMkLst>
            <pc:docMk/>
            <pc:sldMk cId="513786079" sldId="1204"/>
            <ac:spMk id="8" creationId="{443CB3E0-4D52-C102-5260-1F5F6B507D41}"/>
          </ac:spMkLst>
        </pc:spChg>
        <pc:picChg chg="add mod">
          <ac:chgData name="Curt Oldenborg" userId="e4c624eb-8089-4c42-ae7f-84b4d3513257" providerId="ADAL" clId="{C9CB05B4-7C02-476E-B5D0-3373CD834716}" dt="2024-03-11T14:15:11.477" v="2564" actId="14100"/>
          <ac:picMkLst>
            <pc:docMk/>
            <pc:sldMk cId="513786079" sldId="1204"/>
            <ac:picMk id="7" creationId="{E090CC91-C65A-648E-1EE9-033530CA0AC9}"/>
          </ac:picMkLst>
        </pc:picChg>
      </pc:sldChg>
      <pc:sldChg chg="delSp modSp add mod ord">
        <pc:chgData name="Curt Oldenborg" userId="e4c624eb-8089-4c42-ae7f-84b4d3513257" providerId="ADAL" clId="{C9CB05B4-7C02-476E-B5D0-3373CD834716}" dt="2024-03-19T18:43:26.629" v="10455" actId="20577"/>
        <pc:sldMkLst>
          <pc:docMk/>
          <pc:sldMk cId="2242255043" sldId="1205"/>
        </pc:sldMkLst>
        <pc:spChg chg="mod">
          <ac:chgData name="Curt Oldenborg" userId="e4c624eb-8089-4c42-ae7f-84b4d3513257" providerId="ADAL" clId="{C9CB05B4-7C02-476E-B5D0-3373CD834716}" dt="2024-03-16T10:32:48.852" v="4141" actId="20577"/>
          <ac:spMkLst>
            <pc:docMk/>
            <pc:sldMk cId="2242255043" sldId="1205"/>
            <ac:spMk id="2" creationId="{2127A240-4B07-BAF2-7781-8AAAAFC53DD6}"/>
          </ac:spMkLst>
        </pc:spChg>
        <pc:spChg chg="del">
          <ac:chgData name="Curt Oldenborg" userId="e4c624eb-8089-4c42-ae7f-84b4d3513257" providerId="ADAL" clId="{C9CB05B4-7C02-476E-B5D0-3373CD834716}" dt="2024-03-11T13:00:55.091" v="2109" actId="478"/>
          <ac:spMkLst>
            <pc:docMk/>
            <pc:sldMk cId="2242255043" sldId="1205"/>
            <ac:spMk id="3" creationId="{B1B900AC-79BF-4A1E-26C5-7412C55ED73F}"/>
          </ac:spMkLst>
        </pc:spChg>
        <pc:spChg chg="mod">
          <ac:chgData name="Curt Oldenborg" userId="e4c624eb-8089-4c42-ae7f-84b4d3513257" providerId="ADAL" clId="{C9CB05B4-7C02-476E-B5D0-3373CD834716}" dt="2024-03-19T18:43:26.629" v="10455" actId="20577"/>
          <ac:spMkLst>
            <pc:docMk/>
            <pc:sldMk cId="2242255043" sldId="1205"/>
            <ac:spMk id="6" creationId="{73DDC9A0-FCD4-7C6E-8D3C-521C169A70A3}"/>
          </ac:spMkLst>
        </pc:spChg>
        <pc:spChg chg="del">
          <ac:chgData name="Curt Oldenborg" userId="e4c624eb-8089-4c42-ae7f-84b4d3513257" providerId="ADAL" clId="{C9CB05B4-7C02-476E-B5D0-3373CD834716}" dt="2024-03-11T13:01:50.798" v="2141" actId="478"/>
          <ac:spMkLst>
            <pc:docMk/>
            <pc:sldMk cId="2242255043" sldId="1205"/>
            <ac:spMk id="8" creationId="{443CB3E0-4D52-C102-5260-1F5F6B507D41}"/>
          </ac:spMkLst>
        </pc:spChg>
      </pc:sldChg>
      <pc:sldChg chg="delSp modSp add mod ord modNotesTx">
        <pc:chgData name="Curt Oldenborg" userId="e4c624eb-8089-4c42-ae7f-84b4d3513257" providerId="ADAL" clId="{C9CB05B4-7C02-476E-B5D0-3373CD834716}" dt="2024-03-19T18:44:10.253" v="10457"/>
        <pc:sldMkLst>
          <pc:docMk/>
          <pc:sldMk cId="1982610976" sldId="1206"/>
        </pc:sldMkLst>
        <pc:spChg chg="mod">
          <ac:chgData name="Curt Oldenborg" userId="e4c624eb-8089-4c42-ae7f-84b4d3513257" providerId="ADAL" clId="{C9CB05B4-7C02-476E-B5D0-3373CD834716}" dt="2024-03-11T14:21:47.703" v="2758"/>
          <ac:spMkLst>
            <pc:docMk/>
            <pc:sldMk cId="1982610976" sldId="1206"/>
            <ac:spMk id="2" creationId="{2127A240-4B07-BAF2-7781-8AAAAFC53DD6}"/>
          </ac:spMkLst>
        </pc:spChg>
        <pc:spChg chg="del mod">
          <ac:chgData name="Curt Oldenborg" userId="e4c624eb-8089-4c42-ae7f-84b4d3513257" providerId="ADAL" clId="{C9CB05B4-7C02-476E-B5D0-3373CD834716}" dt="2024-03-11T14:21:56.800" v="2761" actId="478"/>
          <ac:spMkLst>
            <pc:docMk/>
            <pc:sldMk cId="1982610976" sldId="1206"/>
            <ac:spMk id="3" creationId="{B1B900AC-79BF-4A1E-26C5-7412C55ED73F}"/>
          </ac:spMkLst>
        </pc:spChg>
        <pc:spChg chg="mod">
          <ac:chgData name="Curt Oldenborg" userId="e4c624eb-8089-4c42-ae7f-84b4d3513257" providerId="ADAL" clId="{C9CB05B4-7C02-476E-B5D0-3373CD834716}" dt="2024-03-19T08:22:29.904" v="7524" actId="20577"/>
          <ac:spMkLst>
            <pc:docMk/>
            <pc:sldMk cId="1982610976" sldId="1206"/>
            <ac:spMk id="6" creationId="{73DDC9A0-FCD4-7C6E-8D3C-521C169A70A3}"/>
          </ac:spMkLst>
        </pc:spChg>
        <pc:spChg chg="del">
          <ac:chgData name="Curt Oldenborg" userId="e4c624eb-8089-4c42-ae7f-84b4d3513257" providerId="ADAL" clId="{C9CB05B4-7C02-476E-B5D0-3373CD834716}" dt="2024-03-11T14:21:54.297" v="2759" actId="478"/>
          <ac:spMkLst>
            <pc:docMk/>
            <pc:sldMk cId="1982610976" sldId="1206"/>
            <ac:spMk id="8" creationId="{443CB3E0-4D52-C102-5260-1F5F6B507D41}"/>
          </ac:spMkLst>
        </pc:spChg>
      </pc:sldChg>
      <pc:sldChg chg="addSp modSp add mod ord modClrScheme chgLayout modNotesTx">
        <pc:chgData name="Curt Oldenborg" userId="e4c624eb-8089-4c42-ae7f-84b4d3513257" providerId="ADAL" clId="{C9CB05B4-7C02-476E-B5D0-3373CD834716}" dt="2024-03-19T18:42:50.801" v="10438"/>
        <pc:sldMkLst>
          <pc:docMk/>
          <pc:sldMk cId="3741728949" sldId="1207"/>
        </pc:sldMkLst>
        <pc:spChg chg="mod">
          <ac:chgData name="Curt Oldenborg" userId="e4c624eb-8089-4c42-ae7f-84b4d3513257" providerId="ADAL" clId="{C9CB05B4-7C02-476E-B5D0-3373CD834716}" dt="2024-03-19T18:08:36.312" v="10330" actId="20577"/>
          <ac:spMkLst>
            <pc:docMk/>
            <pc:sldMk cId="3741728949" sldId="1207"/>
            <ac:spMk id="2" creationId="{2127A240-4B07-BAF2-7781-8AAAAFC53DD6}"/>
          </ac:spMkLst>
        </pc:spChg>
        <pc:spChg chg="ord">
          <ac:chgData name="Curt Oldenborg" userId="e4c624eb-8089-4c42-ae7f-84b4d3513257" providerId="ADAL" clId="{C9CB05B4-7C02-476E-B5D0-3373CD834716}" dt="2024-03-12T08:59:17.902" v="3978" actId="26606"/>
          <ac:spMkLst>
            <pc:docMk/>
            <pc:sldMk cId="3741728949" sldId="1207"/>
            <ac:spMk id="4" creationId="{1640F98E-2AA1-CF9A-46E3-2FD339B6AD72}"/>
          </ac:spMkLst>
        </pc:spChg>
        <pc:spChg chg="add mod">
          <ac:chgData name="Curt Oldenborg" userId="e4c624eb-8089-4c42-ae7f-84b4d3513257" providerId="ADAL" clId="{C9CB05B4-7C02-476E-B5D0-3373CD834716}" dt="2024-03-19T18:08:41.656" v="10331" actId="14100"/>
          <ac:spMkLst>
            <pc:docMk/>
            <pc:sldMk cId="3741728949" sldId="1207"/>
            <ac:spMk id="10" creationId="{458294B1-DAEE-23B9-8AAE-5641E0F12987}"/>
          </ac:spMkLst>
        </pc:spChg>
        <pc:picChg chg="add mod">
          <ac:chgData name="Curt Oldenborg" userId="e4c624eb-8089-4c42-ae7f-84b4d3513257" providerId="ADAL" clId="{C9CB05B4-7C02-476E-B5D0-3373CD834716}" dt="2024-03-18T12:01:08.106" v="4805" actId="1076"/>
          <ac:picMkLst>
            <pc:docMk/>
            <pc:sldMk cId="3741728949" sldId="1207"/>
            <ac:picMk id="5" creationId="{35896A0D-FFC5-A1BF-A683-5DB30E31642B}"/>
          </ac:picMkLst>
        </pc:picChg>
      </pc:sldChg>
      <pc:sldChg chg="addSp delSp modSp add del mod">
        <pc:chgData name="Curt Oldenborg" userId="e4c624eb-8089-4c42-ae7f-84b4d3513257" providerId="ADAL" clId="{C9CB05B4-7C02-476E-B5D0-3373CD834716}" dt="2024-03-19T18:45:57.890" v="10464" actId="47"/>
        <pc:sldMkLst>
          <pc:docMk/>
          <pc:sldMk cId="1001304566" sldId="1208"/>
        </pc:sldMkLst>
        <pc:spChg chg="mod">
          <ac:chgData name="Curt Oldenborg" userId="e4c624eb-8089-4c42-ae7f-84b4d3513257" providerId="ADAL" clId="{C9CB05B4-7C02-476E-B5D0-3373CD834716}" dt="2024-03-18T19:20:37.065" v="6972" actId="20577"/>
          <ac:spMkLst>
            <pc:docMk/>
            <pc:sldMk cId="1001304566" sldId="1208"/>
            <ac:spMk id="2" creationId="{2127A240-4B07-BAF2-7781-8AAAAFC53DD6}"/>
          </ac:spMkLst>
        </pc:spChg>
        <pc:picChg chg="add del mod">
          <ac:chgData name="Curt Oldenborg" userId="e4c624eb-8089-4c42-ae7f-84b4d3513257" providerId="ADAL" clId="{C9CB05B4-7C02-476E-B5D0-3373CD834716}" dt="2024-03-18T19:20:18.010" v="6952" actId="478"/>
          <ac:picMkLst>
            <pc:docMk/>
            <pc:sldMk cId="1001304566" sldId="1208"/>
            <ac:picMk id="5" creationId="{82DA26B6-8A7C-EC78-B64B-4B139AB03407}"/>
          </ac:picMkLst>
        </pc:picChg>
        <pc:picChg chg="add mod">
          <ac:chgData name="Curt Oldenborg" userId="e4c624eb-8089-4c42-ae7f-84b4d3513257" providerId="ADAL" clId="{C9CB05B4-7C02-476E-B5D0-3373CD834716}" dt="2024-03-18T19:20:30.422" v="6956" actId="1076"/>
          <ac:picMkLst>
            <pc:docMk/>
            <pc:sldMk cId="1001304566" sldId="1208"/>
            <ac:picMk id="7" creationId="{1E10F4CF-346B-B7D8-6CA9-9BEC36953C4E}"/>
          </ac:picMkLst>
        </pc:picChg>
      </pc:sldChg>
      <pc:sldChg chg="addSp modSp add del mod modAnim modNotesTx">
        <pc:chgData name="Curt Oldenborg" userId="e4c624eb-8089-4c42-ae7f-84b4d3513257" providerId="ADAL" clId="{C9CB05B4-7C02-476E-B5D0-3373CD834716}" dt="2024-03-21T06:50:25.477" v="11504" actId="47"/>
        <pc:sldMkLst>
          <pc:docMk/>
          <pc:sldMk cId="3421422914" sldId="1209"/>
        </pc:sldMkLst>
        <pc:spChg chg="mod">
          <ac:chgData name="Curt Oldenborg" userId="e4c624eb-8089-4c42-ae7f-84b4d3513257" providerId="ADAL" clId="{C9CB05B4-7C02-476E-B5D0-3373CD834716}" dt="2024-03-19T08:08:11.718" v="7130" actId="20577"/>
          <ac:spMkLst>
            <pc:docMk/>
            <pc:sldMk cId="3421422914" sldId="1209"/>
            <ac:spMk id="2" creationId="{2127A240-4B07-BAF2-7781-8AAAAFC53DD6}"/>
          </ac:spMkLst>
        </pc:spChg>
        <pc:picChg chg="add mod">
          <ac:chgData name="Curt Oldenborg" userId="e4c624eb-8089-4c42-ae7f-84b4d3513257" providerId="ADAL" clId="{C9CB05B4-7C02-476E-B5D0-3373CD834716}" dt="2024-03-19T08:07:36.727" v="7124" actId="14100"/>
          <ac:picMkLst>
            <pc:docMk/>
            <pc:sldMk cId="3421422914" sldId="1209"/>
            <ac:picMk id="3" creationId="{86C394F8-7A5E-EFB0-B644-62EF7D40E61A}"/>
          </ac:picMkLst>
        </pc:picChg>
      </pc:sldChg>
      <pc:sldChg chg="addSp modSp add mod ord modNotesTx">
        <pc:chgData name="Curt Oldenborg" userId="e4c624eb-8089-4c42-ae7f-84b4d3513257" providerId="ADAL" clId="{C9CB05B4-7C02-476E-B5D0-3373CD834716}" dt="2024-03-20T17:02:28.052" v="11490" actId="20577"/>
        <pc:sldMkLst>
          <pc:docMk/>
          <pc:sldMk cId="1717829050" sldId="1210"/>
        </pc:sldMkLst>
        <pc:spChg chg="mod">
          <ac:chgData name="Curt Oldenborg" userId="e4c624eb-8089-4c42-ae7f-84b4d3513257" providerId="ADAL" clId="{C9CB05B4-7C02-476E-B5D0-3373CD834716}" dt="2024-03-19T18:41:36.644" v="10430" actId="20577"/>
          <ac:spMkLst>
            <pc:docMk/>
            <pc:sldMk cId="1717829050" sldId="1210"/>
            <ac:spMk id="2" creationId="{2127A240-4B07-BAF2-7781-8AAAAFC53DD6}"/>
          </ac:spMkLst>
        </pc:spChg>
        <pc:spChg chg="add mod">
          <ac:chgData name="Curt Oldenborg" userId="e4c624eb-8089-4c42-ae7f-84b4d3513257" providerId="ADAL" clId="{C9CB05B4-7C02-476E-B5D0-3373CD834716}" dt="2024-03-20T17:02:28.052" v="11490" actId="20577"/>
          <ac:spMkLst>
            <pc:docMk/>
            <pc:sldMk cId="1717829050" sldId="1210"/>
            <ac:spMk id="3" creationId="{1774B027-0AC4-277E-309D-3BE542607756}"/>
          </ac:spMkLst>
        </pc:spChg>
        <pc:spChg chg="add mod">
          <ac:chgData name="Curt Oldenborg" userId="e4c624eb-8089-4c42-ae7f-84b4d3513257" providerId="ADAL" clId="{C9CB05B4-7C02-476E-B5D0-3373CD834716}" dt="2024-03-18T14:15:06.797" v="5316" actId="20577"/>
          <ac:spMkLst>
            <pc:docMk/>
            <pc:sldMk cId="1717829050" sldId="1210"/>
            <ac:spMk id="5" creationId="{DB23E8BE-AFB5-D7A3-C47E-18FE29F1BC94}"/>
          </ac:spMkLst>
        </pc:spChg>
      </pc:sldChg>
      <pc:sldChg chg="add del">
        <pc:chgData name="Curt Oldenborg" userId="e4c624eb-8089-4c42-ae7f-84b4d3513257" providerId="ADAL" clId="{C9CB05B4-7C02-476E-B5D0-3373CD834716}" dt="2024-03-18T12:36:59.653" v="5193" actId="47"/>
        <pc:sldMkLst>
          <pc:docMk/>
          <pc:sldMk cId="72283111" sldId="1211"/>
        </pc:sldMkLst>
      </pc:sldChg>
      <pc:sldChg chg="addSp modSp add mod ord modNotesTx">
        <pc:chgData name="Curt Oldenborg" userId="e4c624eb-8089-4c42-ae7f-84b4d3513257" providerId="ADAL" clId="{C9CB05B4-7C02-476E-B5D0-3373CD834716}" dt="2024-03-20T16:47:26.879" v="11300"/>
        <pc:sldMkLst>
          <pc:docMk/>
          <pc:sldMk cId="3376933834" sldId="1211"/>
        </pc:sldMkLst>
        <pc:spChg chg="mod">
          <ac:chgData name="Curt Oldenborg" userId="e4c624eb-8089-4c42-ae7f-84b4d3513257" providerId="ADAL" clId="{C9CB05B4-7C02-476E-B5D0-3373CD834716}" dt="2024-03-18T17:03:08.988" v="6413" actId="20577"/>
          <ac:spMkLst>
            <pc:docMk/>
            <pc:sldMk cId="3376933834" sldId="1211"/>
            <ac:spMk id="2" creationId="{2127A240-4B07-BAF2-7781-8AAAAFC53DD6}"/>
          </ac:spMkLst>
        </pc:spChg>
        <pc:spChg chg="add mod">
          <ac:chgData name="Curt Oldenborg" userId="e4c624eb-8089-4c42-ae7f-84b4d3513257" providerId="ADAL" clId="{C9CB05B4-7C02-476E-B5D0-3373CD834716}" dt="2024-03-20T16:06:01.153" v="11190" actId="20577"/>
          <ac:spMkLst>
            <pc:docMk/>
            <pc:sldMk cId="3376933834" sldId="1211"/>
            <ac:spMk id="3" creationId="{1248B52F-A89E-FD86-8C05-2772B53BD5A6}"/>
          </ac:spMkLst>
        </pc:spChg>
        <pc:picChg chg="add mod">
          <ac:chgData name="Curt Oldenborg" userId="e4c624eb-8089-4c42-ae7f-84b4d3513257" providerId="ADAL" clId="{C9CB05B4-7C02-476E-B5D0-3373CD834716}" dt="2024-03-20T16:03:53.924" v="11161" actId="1076"/>
          <ac:picMkLst>
            <pc:docMk/>
            <pc:sldMk cId="3376933834" sldId="1211"/>
            <ac:picMk id="6" creationId="{A116C229-2B0B-F5CE-2EF0-982F8AE15A5E}"/>
          </ac:picMkLst>
        </pc:picChg>
      </pc:sldChg>
      <pc:sldChg chg="addSp delSp modSp add mod ord">
        <pc:chgData name="Curt Oldenborg" userId="e4c624eb-8089-4c42-ae7f-84b4d3513257" providerId="ADAL" clId="{C9CB05B4-7C02-476E-B5D0-3373CD834716}" dt="2024-03-19T18:42:05.126" v="10432"/>
        <pc:sldMkLst>
          <pc:docMk/>
          <pc:sldMk cId="1131809270" sldId="1212"/>
        </pc:sldMkLst>
        <pc:spChg chg="mod">
          <ac:chgData name="Curt Oldenborg" userId="e4c624eb-8089-4c42-ae7f-84b4d3513257" providerId="ADAL" clId="{C9CB05B4-7C02-476E-B5D0-3373CD834716}" dt="2024-03-18T19:10:41.138" v="6933" actId="20577"/>
          <ac:spMkLst>
            <pc:docMk/>
            <pc:sldMk cId="1131809270" sldId="1212"/>
            <ac:spMk id="2" creationId="{2127A240-4B07-BAF2-7781-8AAAAFC53DD6}"/>
          </ac:spMkLst>
        </pc:spChg>
        <pc:spChg chg="add del">
          <ac:chgData name="Curt Oldenborg" userId="e4c624eb-8089-4c42-ae7f-84b4d3513257" providerId="ADAL" clId="{C9CB05B4-7C02-476E-B5D0-3373CD834716}" dt="2024-03-18T19:10:49.736" v="6935" actId="22"/>
          <ac:spMkLst>
            <pc:docMk/>
            <pc:sldMk cId="1131809270" sldId="1212"/>
            <ac:spMk id="6" creationId="{FAEE35F1-6E4C-D244-D178-25AF961ABCAA}"/>
          </ac:spMkLst>
        </pc:spChg>
        <pc:picChg chg="mod">
          <ac:chgData name="Curt Oldenborg" userId="e4c624eb-8089-4c42-ae7f-84b4d3513257" providerId="ADAL" clId="{C9CB05B4-7C02-476E-B5D0-3373CD834716}" dt="2024-03-18T19:09:36.442" v="6890" actId="14100"/>
          <ac:picMkLst>
            <pc:docMk/>
            <pc:sldMk cId="1131809270" sldId="1212"/>
            <ac:picMk id="5" creationId="{82DA26B6-8A7C-EC78-B64B-4B139AB03407}"/>
          </ac:picMkLst>
        </pc:picChg>
      </pc:sldChg>
      <pc:sldChg chg="add del">
        <pc:chgData name="Curt Oldenborg" userId="e4c624eb-8089-4c42-ae7f-84b4d3513257" providerId="ADAL" clId="{C9CB05B4-7C02-476E-B5D0-3373CD834716}" dt="2024-03-18T17:03:17.189" v="6415"/>
        <pc:sldMkLst>
          <pc:docMk/>
          <pc:sldMk cId="3269303417" sldId="1212"/>
        </pc:sldMkLst>
      </pc:sldChg>
      <pc:sldChg chg="modSp add mod ord modNotesTx">
        <pc:chgData name="Curt Oldenborg" userId="e4c624eb-8089-4c42-ae7f-84b4d3513257" providerId="ADAL" clId="{C9CB05B4-7C02-476E-B5D0-3373CD834716}" dt="2024-03-19T18:38:55.595" v="10359"/>
        <pc:sldMkLst>
          <pc:docMk/>
          <pc:sldMk cId="428463527" sldId="1213"/>
        </pc:sldMkLst>
        <pc:picChg chg="mod">
          <ac:chgData name="Curt Oldenborg" userId="e4c624eb-8089-4c42-ae7f-84b4d3513257" providerId="ADAL" clId="{C9CB05B4-7C02-476E-B5D0-3373CD834716}" dt="2024-03-18T19:21:12.377" v="6974" actId="14100"/>
          <ac:picMkLst>
            <pc:docMk/>
            <pc:sldMk cId="428463527" sldId="1213"/>
            <ac:picMk id="7" creationId="{1E10F4CF-346B-B7D8-6CA9-9BEC36953C4E}"/>
          </ac:picMkLst>
        </pc:picChg>
      </pc:sldChg>
      <pc:sldChg chg="delSp modSp add del mod delAnim modNotesTx">
        <pc:chgData name="Curt Oldenborg" userId="e4c624eb-8089-4c42-ae7f-84b4d3513257" providerId="ADAL" clId="{C9CB05B4-7C02-476E-B5D0-3373CD834716}" dt="2024-03-21T06:48:32.960" v="11492" actId="47"/>
        <pc:sldMkLst>
          <pc:docMk/>
          <pc:sldMk cId="3152075960" sldId="1214"/>
        </pc:sldMkLst>
        <pc:picChg chg="del mod">
          <ac:chgData name="Curt Oldenborg" userId="e4c624eb-8089-4c42-ae7f-84b4d3513257" providerId="ADAL" clId="{C9CB05B4-7C02-476E-B5D0-3373CD834716}" dt="2024-03-21T06:48:27.861" v="11491" actId="478"/>
          <ac:picMkLst>
            <pc:docMk/>
            <pc:sldMk cId="3152075960" sldId="1214"/>
            <ac:picMk id="3" creationId="{86C394F8-7A5E-EFB0-B644-62EF7D40E61A}"/>
          </ac:picMkLst>
        </pc:picChg>
      </pc:sldChg>
      <pc:sldChg chg="addSp modSp add del mod ord">
        <pc:chgData name="Curt Oldenborg" userId="e4c624eb-8089-4c42-ae7f-84b4d3513257" providerId="ADAL" clId="{C9CB05B4-7C02-476E-B5D0-3373CD834716}" dt="2024-03-19T18:07:21.148" v="10310" actId="47"/>
        <pc:sldMkLst>
          <pc:docMk/>
          <pc:sldMk cId="844360369" sldId="1215"/>
        </pc:sldMkLst>
        <pc:spChg chg="add mod ord">
          <ac:chgData name="Curt Oldenborg" userId="e4c624eb-8089-4c42-ae7f-84b4d3513257" providerId="ADAL" clId="{C9CB05B4-7C02-476E-B5D0-3373CD834716}" dt="2024-03-19T08:19:34.042" v="7357" actId="167"/>
          <ac:spMkLst>
            <pc:docMk/>
            <pc:sldMk cId="844360369" sldId="1215"/>
            <ac:spMk id="3" creationId="{CD1EEC70-3700-A76B-E698-C6F883B07600}"/>
          </ac:spMkLst>
        </pc:spChg>
      </pc:sldChg>
      <pc:sldChg chg="addSp delSp modSp add mod modNotesTx">
        <pc:chgData name="Curt Oldenborg" userId="e4c624eb-8089-4c42-ae7f-84b4d3513257" providerId="ADAL" clId="{C9CB05B4-7C02-476E-B5D0-3373CD834716}" dt="2024-03-20T16:57:57.708" v="11466" actId="20577"/>
        <pc:sldMkLst>
          <pc:docMk/>
          <pc:sldMk cId="1070012521" sldId="1216"/>
        </pc:sldMkLst>
        <pc:spChg chg="mod">
          <ac:chgData name="Curt Oldenborg" userId="e4c624eb-8089-4c42-ae7f-84b4d3513257" providerId="ADAL" clId="{C9CB05B4-7C02-476E-B5D0-3373CD834716}" dt="2024-03-19T15:04:28.364" v="8472" actId="20577"/>
          <ac:spMkLst>
            <pc:docMk/>
            <pc:sldMk cId="1070012521" sldId="1216"/>
            <ac:spMk id="2" creationId="{2127A240-4B07-BAF2-7781-8AAAAFC53DD6}"/>
          </ac:spMkLst>
        </pc:spChg>
        <pc:spChg chg="add mod">
          <ac:chgData name="Curt Oldenborg" userId="e4c624eb-8089-4c42-ae7f-84b4d3513257" providerId="ADAL" clId="{C9CB05B4-7C02-476E-B5D0-3373CD834716}" dt="2024-03-20T16:12:08.374" v="11295" actId="20577"/>
          <ac:spMkLst>
            <pc:docMk/>
            <pc:sldMk cId="1070012521" sldId="1216"/>
            <ac:spMk id="3" creationId="{D87050A5-1CAC-DADB-EA16-3570A7513682}"/>
          </ac:spMkLst>
        </pc:spChg>
        <pc:picChg chg="del">
          <ac:chgData name="Curt Oldenborg" userId="e4c624eb-8089-4c42-ae7f-84b4d3513257" providerId="ADAL" clId="{C9CB05B4-7C02-476E-B5D0-3373CD834716}" dt="2024-03-19T15:00:37.673" v="8167" actId="478"/>
          <ac:picMkLst>
            <pc:docMk/>
            <pc:sldMk cId="1070012521" sldId="1216"/>
            <ac:picMk id="7" creationId="{E090CC91-C65A-648E-1EE9-033530CA0AC9}"/>
          </ac:picMkLst>
        </pc:picChg>
      </pc:sldChg>
      <pc:sldChg chg="addSp delSp modSp add mod ord modTransition modAnim">
        <pc:chgData name="Curt Oldenborg" userId="e4c624eb-8089-4c42-ae7f-84b4d3513257" providerId="ADAL" clId="{C9CB05B4-7C02-476E-B5D0-3373CD834716}" dt="2024-03-20T16:53:26.463" v="11352" actId="20577"/>
        <pc:sldMkLst>
          <pc:docMk/>
          <pc:sldMk cId="1627056759" sldId="1217"/>
        </pc:sldMkLst>
        <pc:spChg chg="mod">
          <ac:chgData name="Curt Oldenborg" userId="e4c624eb-8089-4c42-ae7f-84b4d3513257" providerId="ADAL" clId="{C9CB05B4-7C02-476E-B5D0-3373CD834716}" dt="2024-03-19T12:47:26.856" v="7610" actId="20577"/>
          <ac:spMkLst>
            <pc:docMk/>
            <pc:sldMk cId="1627056759" sldId="1217"/>
            <ac:spMk id="2" creationId="{2127A240-4B07-BAF2-7781-8AAAAFC53DD6}"/>
          </ac:spMkLst>
        </pc:spChg>
        <pc:spChg chg="del">
          <ac:chgData name="Curt Oldenborg" userId="e4c624eb-8089-4c42-ae7f-84b4d3513257" providerId="ADAL" clId="{C9CB05B4-7C02-476E-B5D0-3373CD834716}" dt="2024-03-19T10:42:13.294" v="7531" actId="478"/>
          <ac:spMkLst>
            <pc:docMk/>
            <pc:sldMk cId="1627056759" sldId="1217"/>
            <ac:spMk id="3" creationId="{B1B900AC-79BF-4A1E-26C5-7412C55ED73F}"/>
          </ac:spMkLst>
        </pc:spChg>
        <pc:spChg chg="add del mod">
          <ac:chgData name="Curt Oldenborg" userId="e4c624eb-8089-4c42-ae7f-84b4d3513257" providerId="ADAL" clId="{C9CB05B4-7C02-476E-B5D0-3373CD834716}" dt="2024-03-19T12:45:12.823" v="7591" actId="478"/>
          <ac:spMkLst>
            <pc:docMk/>
            <pc:sldMk cId="1627056759" sldId="1217"/>
            <ac:spMk id="5" creationId="{EECCA065-0785-A8E0-A141-80214E550285}"/>
          </ac:spMkLst>
        </pc:spChg>
        <pc:spChg chg="del mod">
          <ac:chgData name="Curt Oldenborg" userId="e4c624eb-8089-4c42-ae7f-84b4d3513257" providerId="ADAL" clId="{C9CB05B4-7C02-476E-B5D0-3373CD834716}" dt="2024-03-19T12:45:40.655" v="7598" actId="478"/>
          <ac:spMkLst>
            <pc:docMk/>
            <pc:sldMk cId="1627056759" sldId="1217"/>
            <ac:spMk id="6" creationId="{73DDC9A0-FCD4-7C6E-8D3C-521C169A70A3}"/>
          </ac:spMkLst>
        </pc:spChg>
        <pc:spChg chg="add mod">
          <ac:chgData name="Curt Oldenborg" userId="e4c624eb-8089-4c42-ae7f-84b4d3513257" providerId="ADAL" clId="{C9CB05B4-7C02-476E-B5D0-3373CD834716}" dt="2024-03-20T16:53:26.463" v="11352" actId="20577"/>
          <ac:spMkLst>
            <pc:docMk/>
            <pc:sldMk cId="1627056759" sldId="1217"/>
            <ac:spMk id="7" creationId="{4264FE35-4558-DF9F-0814-8801617F154A}"/>
          </ac:spMkLst>
        </pc:spChg>
        <pc:spChg chg="del">
          <ac:chgData name="Curt Oldenborg" userId="e4c624eb-8089-4c42-ae7f-84b4d3513257" providerId="ADAL" clId="{C9CB05B4-7C02-476E-B5D0-3373CD834716}" dt="2024-03-19T10:42:15.364" v="7532" actId="478"/>
          <ac:spMkLst>
            <pc:docMk/>
            <pc:sldMk cId="1627056759" sldId="1217"/>
            <ac:spMk id="8" creationId="{443CB3E0-4D52-C102-5260-1F5F6B507D41}"/>
          </ac:spMkLst>
        </pc:spChg>
      </pc:sldChg>
      <pc:sldChg chg="addSp delSp modSp add mod ord modAnim">
        <pc:chgData name="Curt Oldenborg" userId="e4c624eb-8089-4c42-ae7f-84b4d3513257" providerId="ADAL" clId="{C9CB05B4-7C02-476E-B5D0-3373CD834716}" dt="2024-03-19T10:56:41.927" v="7587"/>
        <pc:sldMkLst>
          <pc:docMk/>
          <pc:sldMk cId="2529672261" sldId="1218"/>
        </pc:sldMkLst>
        <pc:spChg chg="del mod">
          <ac:chgData name="Curt Oldenborg" userId="e4c624eb-8089-4c42-ae7f-84b4d3513257" providerId="ADAL" clId="{C9CB05B4-7C02-476E-B5D0-3373CD834716}" dt="2024-03-19T10:43:20.245" v="7545" actId="478"/>
          <ac:spMkLst>
            <pc:docMk/>
            <pc:sldMk cId="2529672261" sldId="1218"/>
            <ac:spMk id="3" creationId="{B1B900AC-79BF-4A1E-26C5-7412C55ED73F}"/>
          </ac:spMkLst>
        </pc:spChg>
        <pc:spChg chg="add mod">
          <ac:chgData name="Curt Oldenborg" userId="e4c624eb-8089-4c42-ae7f-84b4d3513257" providerId="ADAL" clId="{C9CB05B4-7C02-476E-B5D0-3373CD834716}" dt="2024-03-19T10:55:35.015" v="7585" actId="14100"/>
          <ac:spMkLst>
            <pc:docMk/>
            <pc:sldMk cId="2529672261" sldId="1218"/>
            <ac:spMk id="5" creationId="{A6CA5673-FA98-26EC-C9B0-04D6326868C8}"/>
          </ac:spMkLst>
        </pc:spChg>
        <pc:spChg chg="mod">
          <ac:chgData name="Curt Oldenborg" userId="e4c624eb-8089-4c42-ae7f-84b4d3513257" providerId="ADAL" clId="{C9CB05B4-7C02-476E-B5D0-3373CD834716}" dt="2024-03-19T10:55:13.413" v="7581" actId="5793"/>
          <ac:spMkLst>
            <pc:docMk/>
            <pc:sldMk cId="2529672261" sldId="1218"/>
            <ac:spMk id="6" creationId="{73DDC9A0-FCD4-7C6E-8D3C-521C169A70A3}"/>
          </ac:spMkLst>
        </pc:spChg>
        <pc:spChg chg="del">
          <ac:chgData name="Curt Oldenborg" userId="e4c624eb-8089-4c42-ae7f-84b4d3513257" providerId="ADAL" clId="{C9CB05B4-7C02-476E-B5D0-3373CD834716}" dt="2024-03-19T10:43:24.013" v="7546" actId="478"/>
          <ac:spMkLst>
            <pc:docMk/>
            <pc:sldMk cId="2529672261" sldId="1218"/>
            <ac:spMk id="8" creationId="{443CB3E0-4D52-C102-5260-1F5F6B507D41}"/>
          </ac:spMkLst>
        </pc:spChg>
      </pc:sldChg>
      <pc:sldChg chg="addSp delSp modSp add mod ord modAnim modNotesTx">
        <pc:chgData name="Curt Oldenborg" userId="e4c624eb-8089-4c42-ae7f-84b4d3513257" providerId="ADAL" clId="{C9CB05B4-7C02-476E-B5D0-3373CD834716}" dt="2024-03-20T16:14:55.804" v="11297"/>
        <pc:sldMkLst>
          <pc:docMk/>
          <pc:sldMk cId="2713512493" sldId="1219"/>
        </pc:sldMkLst>
        <pc:spChg chg="mod">
          <ac:chgData name="Curt Oldenborg" userId="e4c624eb-8089-4c42-ae7f-84b4d3513257" providerId="ADAL" clId="{C9CB05B4-7C02-476E-B5D0-3373CD834716}" dt="2024-03-19T17:57:26.718" v="9074" actId="20577"/>
          <ac:spMkLst>
            <pc:docMk/>
            <pc:sldMk cId="2713512493" sldId="1219"/>
            <ac:spMk id="2" creationId="{2127A240-4B07-BAF2-7781-8AAAAFC53DD6}"/>
          </ac:spMkLst>
        </pc:spChg>
        <pc:spChg chg="del">
          <ac:chgData name="Curt Oldenborg" userId="e4c624eb-8089-4c42-ae7f-84b4d3513257" providerId="ADAL" clId="{C9CB05B4-7C02-476E-B5D0-3373CD834716}" dt="2024-03-19T13:01:04.465" v="7634" actId="478"/>
          <ac:spMkLst>
            <pc:docMk/>
            <pc:sldMk cId="2713512493" sldId="1219"/>
            <ac:spMk id="3" creationId="{B1B900AC-79BF-4A1E-26C5-7412C55ED73F}"/>
          </ac:spMkLst>
        </pc:spChg>
        <pc:spChg chg="del">
          <ac:chgData name="Curt Oldenborg" userId="e4c624eb-8089-4c42-ae7f-84b4d3513257" providerId="ADAL" clId="{C9CB05B4-7C02-476E-B5D0-3373CD834716}" dt="2024-03-19T13:01:00.417" v="7632" actId="478"/>
          <ac:spMkLst>
            <pc:docMk/>
            <pc:sldMk cId="2713512493" sldId="1219"/>
            <ac:spMk id="6" creationId="{73DDC9A0-FCD4-7C6E-8D3C-521C169A70A3}"/>
          </ac:spMkLst>
        </pc:spChg>
        <pc:spChg chg="del">
          <ac:chgData name="Curt Oldenborg" userId="e4c624eb-8089-4c42-ae7f-84b4d3513257" providerId="ADAL" clId="{C9CB05B4-7C02-476E-B5D0-3373CD834716}" dt="2024-03-19T13:01:02.816" v="7633" actId="478"/>
          <ac:spMkLst>
            <pc:docMk/>
            <pc:sldMk cId="2713512493" sldId="1219"/>
            <ac:spMk id="8" creationId="{443CB3E0-4D52-C102-5260-1F5F6B507D41}"/>
          </ac:spMkLst>
        </pc:spChg>
        <pc:picChg chg="add mod">
          <ac:chgData name="Curt Oldenborg" userId="e4c624eb-8089-4c42-ae7f-84b4d3513257" providerId="ADAL" clId="{C9CB05B4-7C02-476E-B5D0-3373CD834716}" dt="2024-03-19T13:01:40.506" v="7640" actId="1076"/>
          <ac:picMkLst>
            <pc:docMk/>
            <pc:sldMk cId="2713512493" sldId="1219"/>
            <ac:picMk id="7" creationId="{A38D2FD5-9341-B37E-2A7D-ABCC8C186796}"/>
          </ac:picMkLst>
        </pc:picChg>
        <pc:picChg chg="add mod">
          <ac:chgData name="Curt Oldenborg" userId="e4c624eb-8089-4c42-ae7f-84b4d3513257" providerId="ADAL" clId="{C9CB05B4-7C02-476E-B5D0-3373CD834716}" dt="2024-03-19T13:12:57.987" v="7647" actId="1076"/>
          <ac:picMkLst>
            <pc:docMk/>
            <pc:sldMk cId="2713512493" sldId="1219"/>
            <ac:picMk id="9" creationId="{6F40001F-156B-DC8D-26B1-C9D98D81CF60}"/>
          </ac:picMkLst>
        </pc:picChg>
      </pc:sldChg>
      <pc:sldChg chg="addSp modSp add mod modAnim modNotesTx">
        <pc:chgData name="Curt Oldenborg" userId="e4c624eb-8089-4c42-ae7f-84b4d3513257" providerId="ADAL" clId="{C9CB05B4-7C02-476E-B5D0-3373CD834716}" dt="2024-03-20T16:56:30.435" v="11407" actId="20577"/>
        <pc:sldMkLst>
          <pc:docMk/>
          <pc:sldMk cId="1980003857" sldId="1220"/>
        </pc:sldMkLst>
        <pc:spChg chg="mod">
          <ac:chgData name="Curt Oldenborg" userId="e4c624eb-8089-4c42-ae7f-84b4d3513257" providerId="ADAL" clId="{C9CB05B4-7C02-476E-B5D0-3373CD834716}" dt="2024-03-20T16:56:30.435" v="11407" actId="20577"/>
          <ac:spMkLst>
            <pc:docMk/>
            <pc:sldMk cId="1980003857" sldId="1220"/>
            <ac:spMk id="2" creationId="{2127A240-4B07-BAF2-7781-8AAAAFC53DD6}"/>
          </ac:spMkLst>
        </pc:spChg>
        <pc:spChg chg="mod">
          <ac:chgData name="Curt Oldenborg" userId="e4c624eb-8089-4c42-ae7f-84b4d3513257" providerId="ADAL" clId="{C9CB05B4-7C02-476E-B5D0-3373CD834716}" dt="2024-03-19T17:56:53.966" v="9056" actId="20577"/>
          <ac:spMkLst>
            <pc:docMk/>
            <pc:sldMk cId="1980003857" sldId="1220"/>
            <ac:spMk id="7" creationId="{4264FE35-4558-DF9F-0814-8801617F154A}"/>
          </ac:spMkLst>
        </pc:spChg>
        <pc:picChg chg="add mod">
          <ac:chgData name="Curt Oldenborg" userId="e4c624eb-8089-4c42-ae7f-84b4d3513257" providerId="ADAL" clId="{C9CB05B4-7C02-476E-B5D0-3373CD834716}" dt="2024-03-19T17:57:06.952" v="9058" actId="1076"/>
          <ac:picMkLst>
            <pc:docMk/>
            <pc:sldMk cId="1980003857" sldId="1220"/>
            <ac:picMk id="3" creationId="{2AC50A77-AC1A-A38B-8271-BA736CAD638C}"/>
          </ac:picMkLst>
        </pc:picChg>
      </pc:sldChg>
      <pc:sldChg chg="modSp add mod">
        <pc:chgData name="Curt Oldenborg" userId="e4c624eb-8089-4c42-ae7f-84b4d3513257" providerId="ADAL" clId="{C9CB05B4-7C02-476E-B5D0-3373CD834716}" dt="2024-03-20T16:54:50.338" v="11385" actId="113"/>
        <pc:sldMkLst>
          <pc:docMk/>
          <pc:sldMk cId="3593993693" sldId="1221"/>
        </pc:sldMkLst>
        <pc:spChg chg="mod">
          <ac:chgData name="Curt Oldenborg" userId="e4c624eb-8089-4c42-ae7f-84b4d3513257" providerId="ADAL" clId="{C9CB05B4-7C02-476E-B5D0-3373CD834716}" dt="2024-03-19T14:45:56.903" v="7981" actId="20577"/>
          <ac:spMkLst>
            <pc:docMk/>
            <pc:sldMk cId="3593993693" sldId="1221"/>
            <ac:spMk id="2" creationId="{2127A240-4B07-BAF2-7781-8AAAAFC53DD6}"/>
          </ac:spMkLst>
        </pc:spChg>
        <pc:spChg chg="mod">
          <ac:chgData name="Curt Oldenborg" userId="e4c624eb-8089-4c42-ae7f-84b4d3513257" providerId="ADAL" clId="{C9CB05B4-7C02-476E-B5D0-3373CD834716}" dt="2024-03-20T16:54:50.338" v="11385" actId="113"/>
          <ac:spMkLst>
            <pc:docMk/>
            <pc:sldMk cId="3593993693" sldId="1221"/>
            <ac:spMk id="7" creationId="{4264FE35-4558-DF9F-0814-8801617F154A}"/>
          </ac:spMkLst>
        </pc:spChg>
      </pc:sldChg>
      <pc:sldChg chg="modSp add mod">
        <pc:chgData name="Curt Oldenborg" userId="e4c624eb-8089-4c42-ae7f-84b4d3513257" providerId="ADAL" clId="{C9CB05B4-7C02-476E-B5D0-3373CD834716}" dt="2024-03-20T16:50:49.919" v="11312" actId="113"/>
        <pc:sldMkLst>
          <pc:docMk/>
          <pc:sldMk cId="1185245717" sldId="1222"/>
        </pc:sldMkLst>
        <pc:spChg chg="mod">
          <ac:chgData name="Curt Oldenborg" userId="e4c624eb-8089-4c42-ae7f-84b4d3513257" providerId="ADAL" clId="{C9CB05B4-7C02-476E-B5D0-3373CD834716}" dt="2024-03-19T14:29:25.837" v="7833" actId="20577"/>
          <ac:spMkLst>
            <pc:docMk/>
            <pc:sldMk cId="1185245717" sldId="1222"/>
            <ac:spMk id="2" creationId="{2127A240-4B07-BAF2-7781-8AAAAFC53DD6}"/>
          </ac:spMkLst>
        </pc:spChg>
        <pc:spChg chg="mod">
          <ac:chgData name="Curt Oldenborg" userId="e4c624eb-8089-4c42-ae7f-84b4d3513257" providerId="ADAL" clId="{C9CB05B4-7C02-476E-B5D0-3373CD834716}" dt="2024-03-20T16:50:49.919" v="11312" actId="113"/>
          <ac:spMkLst>
            <pc:docMk/>
            <pc:sldMk cId="1185245717" sldId="1222"/>
            <ac:spMk id="7" creationId="{4264FE35-4558-DF9F-0814-8801617F154A}"/>
          </ac:spMkLst>
        </pc:spChg>
      </pc:sldChg>
      <pc:sldChg chg="modSp add mod">
        <pc:chgData name="Curt Oldenborg" userId="e4c624eb-8089-4c42-ae7f-84b4d3513257" providerId="ADAL" clId="{C9CB05B4-7C02-476E-B5D0-3373CD834716}" dt="2024-03-20T16:51:20.399" v="11314" actId="113"/>
        <pc:sldMkLst>
          <pc:docMk/>
          <pc:sldMk cId="853648023" sldId="1223"/>
        </pc:sldMkLst>
        <pc:spChg chg="mod">
          <ac:chgData name="Curt Oldenborg" userId="e4c624eb-8089-4c42-ae7f-84b4d3513257" providerId="ADAL" clId="{C9CB05B4-7C02-476E-B5D0-3373CD834716}" dt="2024-03-19T14:29:34.036" v="7841" actId="20577"/>
          <ac:spMkLst>
            <pc:docMk/>
            <pc:sldMk cId="853648023" sldId="1223"/>
            <ac:spMk id="2" creationId="{2127A240-4B07-BAF2-7781-8AAAAFC53DD6}"/>
          </ac:spMkLst>
        </pc:spChg>
        <pc:spChg chg="mod">
          <ac:chgData name="Curt Oldenborg" userId="e4c624eb-8089-4c42-ae7f-84b4d3513257" providerId="ADAL" clId="{C9CB05B4-7C02-476E-B5D0-3373CD834716}" dt="2024-03-20T16:51:20.399" v="11314" actId="113"/>
          <ac:spMkLst>
            <pc:docMk/>
            <pc:sldMk cId="853648023" sldId="1223"/>
            <ac:spMk id="7" creationId="{4264FE35-4558-DF9F-0814-8801617F154A}"/>
          </ac:spMkLst>
        </pc:spChg>
      </pc:sldChg>
      <pc:sldChg chg="addSp delSp modSp add mod ord modAnim modNotesTx">
        <pc:chgData name="Curt Oldenborg" userId="e4c624eb-8089-4c42-ae7f-84b4d3513257" providerId="ADAL" clId="{C9CB05B4-7C02-476E-B5D0-3373CD834716}" dt="2024-03-20T16:47:41.812" v="11304"/>
        <pc:sldMkLst>
          <pc:docMk/>
          <pc:sldMk cId="2385114748" sldId="1224"/>
        </pc:sldMkLst>
        <pc:spChg chg="mod">
          <ac:chgData name="Curt Oldenborg" userId="e4c624eb-8089-4c42-ae7f-84b4d3513257" providerId="ADAL" clId="{C9CB05B4-7C02-476E-B5D0-3373CD834716}" dt="2024-03-19T14:10:55.752" v="7816" actId="20577"/>
          <ac:spMkLst>
            <pc:docMk/>
            <pc:sldMk cId="2385114748" sldId="1224"/>
            <ac:spMk id="2" creationId="{2127A240-4B07-BAF2-7781-8AAAAFC53DD6}"/>
          </ac:spMkLst>
        </pc:spChg>
        <pc:spChg chg="del">
          <ac:chgData name="Curt Oldenborg" userId="e4c624eb-8089-4c42-ae7f-84b4d3513257" providerId="ADAL" clId="{C9CB05B4-7C02-476E-B5D0-3373CD834716}" dt="2024-03-19T14:05:16.266" v="7763" actId="478"/>
          <ac:spMkLst>
            <pc:docMk/>
            <pc:sldMk cId="2385114748" sldId="1224"/>
            <ac:spMk id="3" creationId="{B1B900AC-79BF-4A1E-26C5-7412C55ED73F}"/>
          </ac:spMkLst>
        </pc:spChg>
        <pc:spChg chg="del">
          <ac:chgData name="Curt Oldenborg" userId="e4c624eb-8089-4c42-ae7f-84b4d3513257" providerId="ADAL" clId="{C9CB05B4-7C02-476E-B5D0-3373CD834716}" dt="2024-03-19T14:05:12.179" v="7761" actId="478"/>
          <ac:spMkLst>
            <pc:docMk/>
            <pc:sldMk cId="2385114748" sldId="1224"/>
            <ac:spMk id="6" creationId="{73DDC9A0-FCD4-7C6E-8D3C-521C169A70A3}"/>
          </ac:spMkLst>
        </pc:spChg>
        <pc:spChg chg="del">
          <ac:chgData name="Curt Oldenborg" userId="e4c624eb-8089-4c42-ae7f-84b4d3513257" providerId="ADAL" clId="{C9CB05B4-7C02-476E-B5D0-3373CD834716}" dt="2024-03-19T14:05:14.643" v="7762" actId="478"/>
          <ac:spMkLst>
            <pc:docMk/>
            <pc:sldMk cId="2385114748" sldId="1224"/>
            <ac:spMk id="8" creationId="{443CB3E0-4D52-C102-5260-1F5F6B507D41}"/>
          </ac:spMkLst>
        </pc:spChg>
        <pc:picChg chg="add mod">
          <ac:chgData name="Curt Oldenborg" userId="e4c624eb-8089-4c42-ae7f-84b4d3513257" providerId="ADAL" clId="{C9CB05B4-7C02-476E-B5D0-3373CD834716}" dt="2024-03-19T14:13:16.047" v="7818" actId="14100"/>
          <ac:picMkLst>
            <pc:docMk/>
            <pc:sldMk cId="2385114748" sldId="1224"/>
            <ac:picMk id="7" creationId="{548FF7BC-3138-E307-FF2D-46CA8AEA2F0C}"/>
          </ac:picMkLst>
        </pc:picChg>
        <pc:picChg chg="add mod">
          <ac:chgData name="Curt Oldenborg" userId="e4c624eb-8089-4c42-ae7f-84b4d3513257" providerId="ADAL" clId="{C9CB05B4-7C02-476E-B5D0-3373CD834716}" dt="2024-03-19T14:13:27.846" v="7823" actId="1076"/>
          <ac:picMkLst>
            <pc:docMk/>
            <pc:sldMk cId="2385114748" sldId="1224"/>
            <ac:picMk id="10" creationId="{8DBA8E71-74FD-100A-FC26-A04301327F10}"/>
          </ac:picMkLst>
        </pc:picChg>
        <pc:picChg chg="add mod">
          <ac:chgData name="Curt Oldenborg" userId="e4c624eb-8089-4c42-ae7f-84b4d3513257" providerId="ADAL" clId="{C9CB05B4-7C02-476E-B5D0-3373CD834716}" dt="2024-03-19T14:13:21.977" v="7821" actId="1076"/>
          <ac:picMkLst>
            <pc:docMk/>
            <pc:sldMk cId="2385114748" sldId="1224"/>
            <ac:picMk id="12" creationId="{ECB8802A-F6E4-0337-8ED9-9C0390139C8E}"/>
          </ac:picMkLst>
        </pc:picChg>
      </pc:sldChg>
      <pc:sldChg chg="add del ord">
        <pc:chgData name="Curt Oldenborg" userId="e4c624eb-8089-4c42-ae7f-84b4d3513257" providerId="ADAL" clId="{C9CB05B4-7C02-476E-B5D0-3373CD834716}" dt="2024-03-19T17:55:27.988" v="9042" actId="47"/>
        <pc:sldMkLst>
          <pc:docMk/>
          <pc:sldMk cId="907748152" sldId="1225"/>
        </pc:sldMkLst>
      </pc:sldChg>
      <pc:sldChg chg="addSp modSp add mod">
        <pc:chgData name="Curt Oldenborg" userId="e4c624eb-8089-4c42-ae7f-84b4d3513257" providerId="ADAL" clId="{C9CB05B4-7C02-476E-B5D0-3373CD834716}" dt="2024-03-21T06:49:09.194" v="11498" actId="20577"/>
        <pc:sldMkLst>
          <pc:docMk/>
          <pc:sldMk cId="1208558776" sldId="1225"/>
        </pc:sldMkLst>
        <pc:spChg chg="add mod ord">
          <ac:chgData name="Curt Oldenborg" userId="e4c624eb-8089-4c42-ae7f-84b4d3513257" providerId="ADAL" clId="{C9CB05B4-7C02-476E-B5D0-3373CD834716}" dt="2024-03-19T18:06:52.932" v="10309" actId="14100"/>
          <ac:spMkLst>
            <pc:docMk/>
            <pc:sldMk cId="1208558776" sldId="1225"/>
            <ac:spMk id="3" creationId="{236CCA0F-4F57-60B5-B1CF-B41C71D7C4D7}"/>
          </ac:spMkLst>
        </pc:spChg>
        <pc:spChg chg="mod">
          <ac:chgData name="Curt Oldenborg" userId="e4c624eb-8089-4c42-ae7f-84b4d3513257" providerId="ADAL" clId="{C9CB05B4-7C02-476E-B5D0-3373CD834716}" dt="2024-03-21T06:49:09.194" v="11498" actId="20577"/>
          <ac:spMkLst>
            <pc:docMk/>
            <pc:sldMk cId="1208558776" sldId="1225"/>
            <ac:spMk id="6" creationId="{73DDC9A0-FCD4-7C6E-8D3C-521C169A70A3}"/>
          </ac:spMkLst>
        </pc:spChg>
      </pc:sldChg>
      <pc:sldChg chg="modSp add mod">
        <pc:chgData name="Curt Oldenborg" userId="e4c624eb-8089-4c42-ae7f-84b4d3513257" providerId="ADAL" clId="{C9CB05B4-7C02-476E-B5D0-3373CD834716}" dt="2024-03-19T18:44:47.286" v="10460" actId="1076"/>
        <pc:sldMkLst>
          <pc:docMk/>
          <pc:sldMk cId="2699794771" sldId="1226"/>
        </pc:sldMkLst>
        <pc:spChg chg="mod">
          <ac:chgData name="Curt Oldenborg" userId="e4c624eb-8089-4c42-ae7f-84b4d3513257" providerId="ADAL" clId="{C9CB05B4-7C02-476E-B5D0-3373CD834716}" dt="2024-03-19T18:44:47.286" v="10460" actId="1076"/>
          <ac:spMkLst>
            <pc:docMk/>
            <pc:sldMk cId="2699794771" sldId="1226"/>
            <ac:spMk id="3" creationId="{236CCA0F-4F57-60B5-B1CF-B41C71D7C4D7}"/>
          </ac:spMkLst>
        </pc:spChg>
      </pc:sldChg>
      <pc:sldChg chg="modSp add mod modNotesTx">
        <pc:chgData name="Curt Oldenborg" userId="e4c624eb-8089-4c42-ae7f-84b4d3513257" providerId="ADAL" clId="{C9CB05B4-7C02-476E-B5D0-3373CD834716}" dt="2024-03-21T06:49:51.843" v="11502" actId="20577"/>
        <pc:sldMkLst>
          <pc:docMk/>
          <pc:sldMk cId="2862024848" sldId="1227"/>
        </pc:sldMkLst>
        <pc:spChg chg="mod">
          <ac:chgData name="Curt Oldenborg" userId="e4c624eb-8089-4c42-ae7f-84b4d3513257" providerId="ADAL" clId="{C9CB05B4-7C02-476E-B5D0-3373CD834716}" dt="2024-03-19T18:47:51.491" v="10488" actId="1076"/>
          <ac:spMkLst>
            <pc:docMk/>
            <pc:sldMk cId="2862024848" sldId="1227"/>
            <ac:spMk id="3" creationId="{236CCA0F-4F57-60B5-B1CF-B41C71D7C4D7}"/>
          </ac:spMkLst>
        </pc:spChg>
        <pc:spChg chg="mod">
          <ac:chgData name="Curt Oldenborg" userId="e4c624eb-8089-4c42-ae7f-84b4d3513257" providerId="ADAL" clId="{C9CB05B4-7C02-476E-B5D0-3373CD834716}" dt="2024-03-21T06:49:51.843" v="11502" actId="20577"/>
          <ac:spMkLst>
            <pc:docMk/>
            <pc:sldMk cId="2862024848" sldId="1227"/>
            <ac:spMk id="6" creationId="{73DDC9A0-FCD4-7C6E-8D3C-521C169A70A3}"/>
          </ac:spMkLst>
        </pc:spChg>
      </pc:sldChg>
      <pc:sldChg chg="addSp delSp modSp add mod modAnim modNotesTx">
        <pc:chgData name="Curt Oldenborg" userId="e4c624eb-8089-4c42-ae7f-84b4d3513257" providerId="ADAL" clId="{C9CB05B4-7C02-476E-B5D0-3373CD834716}" dt="2024-03-20T09:02:34.111" v="11096"/>
        <pc:sldMkLst>
          <pc:docMk/>
          <pc:sldMk cId="4099730401" sldId="1228"/>
        </pc:sldMkLst>
        <pc:spChg chg="mod">
          <ac:chgData name="Curt Oldenborg" userId="e4c624eb-8089-4c42-ae7f-84b4d3513257" providerId="ADAL" clId="{C9CB05B4-7C02-476E-B5D0-3373CD834716}" dt="2024-03-19T18:49:08.090" v="10496" actId="20577"/>
          <ac:spMkLst>
            <pc:docMk/>
            <pc:sldMk cId="4099730401" sldId="1228"/>
            <ac:spMk id="2" creationId="{2127A240-4B07-BAF2-7781-8AAAAFC53DD6}"/>
          </ac:spMkLst>
        </pc:spChg>
        <pc:spChg chg="del">
          <ac:chgData name="Curt Oldenborg" userId="e4c624eb-8089-4c42-ae7f-84b4d3513257" providerId="ADAL" clId="{C9CB05B4-7C02-476E-B5D0-3373CD834716}" dt="2024-03-19T18:49:13.577" v="10497" actId="478"/>
          <ac:spMkLst>
            <pc:docMk/>
            <pc:sldMk cId="4099730401" sldId="1228"/>
            <ac:spMk id="3" creationId="{236CCA0F-4F57-60B5-B1CF-B41C71D7C4D7}"/>
          </ac:spMkLst>
        </pc:spChg>
        <pc:spChg chg="mod">
          <ac:chgData name="Curt Oldenborg" userId="e4c624eb-8089-4c42-ae7f-84b4d3513257" providerId="ADAL" clId="{C9CB05B4-7C02-476E-B5D0-3373CD834716}" dt="2024-03-19T20:24:53.452" v="11069" actId="20577"/>
          <ac:spMkLst>
            <pc:docMk/>
            <pc:sldMk cId="4099730401" sldId="1228"/>
            <ac:spMk id="6" creationId="{73DDC9A0-FCD4-7C6E-8D3C-521C169A70A3}"/>
          </ac:spMkLst>
        </pc:spChg>
        <pc:picChg chg="add mod">
          <ac:chgData name="Curt Oldenborg" userId="e4c624eb-8089-4c42-ae7f-84b4d3513257" providerId="ADAL" clId="{C9CB05B4-7C02-476E-B5D0-3373CD834716}" dt="2024-03-19T20:25:19.470" v="11074" actId="1076"/>
          <ac:picMkLst>
            <pc:docMk/>
            <pc:sldMk cId="4099730401" sldId="1228"/>
            <ac:picMk id="5" creationId="{C8322D1A-F28E-B7C3-1D4B-28188223CF6C}"/>
          </ac:picMkLst>
        </pc:picChg>
        <pc:picChg chg="add mod">
          <ac:chgData name="Curt Oldenborg" userId="e4c624eb-8089-4c42-ae7f-84b4d3513257" providerId="ADAL" clId="{C9CB05B4-7C02-476E-B5D0-3373CD834716}" dt="2024-03-19T20:25:21.640" v="11075" actId="1076"/>
          <ac:picMkLst>
            <pc:docMk/>
            <pc:sldMk cId="4099730401" sldId="1228"/>
            <ac:picMk id="8" creationId="{752C10B4-71FC-5FB3-9020-7F736C48590D}"/>
          </ac:picMkLst>
        </pc:picChg>
        <pc:picChg chg="add mod">
          <ac:chgData name="Curt Oldenborg" userId="e4c624eb-8089-4c42-ae7f-84b4d3513257" providerId="ADAL" clId="{C9CB05B4-7C02-476E-B5D0-3373CD834716}" dt="2024-03-20T08:51:19.777" v="11080" actId="1076"/>
          <ac:picMkLst>
            <pc:docMk/>
            <pc:sldMk cId="4099730401" sldId="1228"/>
            <ac:picMk id="10" creationId="{1595D4EE-276C-600A-2AD1-D6BF994A6F0E}"/>
          </ac:picMkLst>
        </pc:picChg>
        <pc:picChg chg="add mod">
          <ac:chgData name="Curt Oldenborg" userId="e4c624eb-8089-4c42-ae7f-84b4d3513257" providerId="ADAL" clId="{C9CB05B4-7C02-476E-B5D0-3373CD834716}" dt="2024-03-20T08:56:42.033" v="11085" actId="14100"/>
          <ac:picMkLst>
            <pc:docMk/>
            <pc:sldMk cId="4099730401" sldId="1228"/>
            <ac:picMk id="12" creationId="{92874870-543B-2FC6-3CA5-764607875DED}"/>
          </ac:picMkLst>
        </pc:picChg>
        <pc:picChg chg="add del mod">
          <ac:chgData name="Curt Oldenborg" userId="e4c624eb-8089-4c42-ae7f-84b4d3513257" providerId="ADAL" clId="{C9CB05B4-7C02-476E-B5D0-3373CD834716}" dt="2024-03-20T09:00:34.255" v="11091" actId="478"/>
          <ac:picMkLst>
            <pc:docMk/>
            <pc:sldMk cId="4099730401" sldId="1228"/>
            <ac:picMk id="14" creationId="{4F12C91A-1ACF-F162-0FF2-FD0E1C94C94A}"/>
          </ac:picMkLst>
        </pc:picChg>
        <pc:picChg chg="add mod">
          <ac:chgData name="Curt Oldenborg" userId="e4c624eb-8089-4c42-ae7f-84b4d3513257" providerId="ADAL" clId="{C9CB05B4-7C02-476E-B5D0-3373CD834716}" dt="2024-03-20T09:01:46.810" v="11095" actId="14100"/>
          <ac:picMkLst>
            <pc:docMk/>
            <pc:sldMk cId="4099730401" sldId="1228"/>
            <ac:picMk id="16" creationId="{6A7DB862-7068-7E96-8EAF-F501D61C20C8}"/>
          </ac:picMkLst>
        </pc:picChg>
      </pc:sldChg>
    </pc:docChg>
  </pc:docChgLst>
  <pc:docChgLst>
    <pc:chgData name="Curt Oldenborg" userId="S::curt@proventus.no::e4c624eb-8089-4c42-ae7f-84b4d3513257" providerId="AD" clId="Web-{39FA1755-6DDE-1E86-B544-60774E73AEE8}"/>
    <pc:docChg chg="modSld">
      <pc:chgData name="Curt Oldenborg" userId="S::curt@proventus.no::e4c624eb-8089-4c42-ae7f-84b4d3513257" providerId="AD" clId="Web-{39FA1755-6DDE-1E86-B544-60774E73AEE8}" dt="2025-03-16T19:17:49.617" v="143" actId="20577"/>
      <pc:docMkLst>
        <pc:docMk/>
      </pc:docMkLst>
      <pc:sldChg chg="modSp modNotes">
        <pc:chgData name="Curt Oldenborg" userId="S::curt@proventus.no::e4c624eb-8089-4c42-ae7f-84b4d3513257" providerId="AD" clId="Web-{39FA1755-6DDE-1E86-B544-60774E73AEE8}" dt="2025-03-16T19:17:49.617" v="143" actId="20577"/>
        <pc:sldMkLst>
          <pc:docMk/>
          <pc:sldMk cId="2283333936" sldId="1161"/>
        </pc:sldMkLst>
        <pc:spChg chg="mod">
          <ac:chgData name="Curt Oldenborg" userId="S::curt@proventus.no::e4c624eb-8089-4c42-ae7f-84b4d3513257" providerId="AD" clId="Web-{39FA1755-6DDE-1E86-B544-60774E73AEE8}" dt="2025-03-16T19:17:49.617" v="143" actId="20577"/>
          <ac:spMkLst>
            <pc:docMk/>
            <pc:sldMk cId="2283333936" sldId="1161"/>
            <ac:spMk id="6" creationId="{73DDC9A0-FCD4-7C6E-8D3C-521C169A70A3}"/>
          </ac:spMkLst>
        </pc:spChg>
      </pc:sldChg>
      <pc:sldChg chg="modNotes">
        <pc:chgData name="Curt Oldenborg" userId="S::curt@proventus.no::e4c624eb-8089-4c42-ae7f-84b4d3513257" providerId="AD" clId="Web-{39FA1755-6DDE-1E86-B544-60774E73AEE8}" dt="2025-03-16T19:12:56.988" v="29"/>
        <pc:sldMkLst>
          <pc:docMk/>
          <pc:sldMk cId="827480998" sldId="1162"/>
        </pc:sldMkLst>
      </pc:sldChg>
    </pc:docChg>
  </pc:docChgLst>
  <pc:docChgLst>
    <pc:chgData name="Curt Oldenborg" userId="S::curt@proventus.no::e4c624eb-8089-4c42-ae7f-84b4d3513257" providerId="AD" clId="Web-{B6E58D3E-34FE-4AE3-301E-DDF9BE556135}"/>
    <pc:docChg chg="addSld modSld modSection">
      <pc:chgData name="Curt Oldenborg" userId="S::curt@proventus.no::e4c624eb-8089-4c42-ae7f-84b4d3513257" providerId="AD" clId="Web-{B6E58D3E-34FE-4AE3-301E-DDF9BE556135}" dt="2025-03-16T19:11:02.215" v="487"/>
      <pc:docMkLst>
        <pc:docMk/>
      </pc:docMkLst>
      <pc:sldChg chg="modSp">
        <pc:chgData name="Curt Oldenborg" userId="S::curt@proventus.no::e4c624eb-8089-4c42-ae7f-84b4d3513257" providerId="AD" clId="Web-{B6E58D3E-34FE-4AE3-301E-DDF9BE556135}" dt="2025-03-16T19:08:08.788" v="420" actId="20577"/>
        <pc:sldMkLst>
          <pc:docMk/>
          <pc:sldMk cId="2283333936" sldId="1161"/>
        </pc:sldMkLst>
        <pc:spChg chg="mod">
          <ac:chgData name="Curt Oldenborg" userId="S::curt@proventus.no::e4c624eb-8089-4c42-ae7f-84b4d3513257" providerId="AD" clId="Web-{B6E58D3E-34FE-4AE3-301E-DDF9BE556135}" dt="2025-03-16T18:46:50.657" v="49" actId="20577"/>
          <ac:spMkLst>
            <pc:docMk/>
            <pc:sldMk cId="2283333936" sldId="1161"/>
            <ac:spMk id="2" creationId="{2127A240-4B07-BAF2-7781-8AAAAFC53DD6}"/>
          </ac:spMkLst>
        </pc:spChg>
        <pc:spChg chg="mod">
          <ac:chgData name="Curt Oldenborg" userId="S::curt@proventus.no::e4c624eb-8089-4c42-ae7f-84b4d3513257" providerId="AD" clId="Web-{B6E58D3E-34FE-4AE3-301E-DDF9BE556135}" dt="2025-03-16T19:08:08.788" v="420" actId="20577"/>
          <ac:spMkLst>
            <pc:docMk/>
            <pc:sldMk cId="2283333936" sldId="1161"/>
            <ac:spMk id="6" creationId="{73DDC9A0-FCD4-7C6E-8D3C-521C169A70A3}"/>
          </ac:spMkLst>
        </pc:spChg>
      </pc:sldChg>
      <pc:sldChg chg="delSp modSp modNotes">
        <pc:chgData name="Curt Oldenborg" userId="S::curt@proventus.no::e4c624eb-8089-4c42-ae7f-84b4d3513257" providerId="AD" clId="Web-{B6E58D3E-34FE-4AE3-301E-DDF9BE556135}" dt="2025-03-16T19:11:02.215" v="487"/>
        <pc:sldMkLst>
          <pc:docMk/>
          <pc:sldMk cId="827480998" sldId="1162"/>
        </pc:sldMkLst>
        <pc:spChg chg="mod">
          <ac:chgData name="Curt Oldenborg" userId="S::curt@proventus.no::e4c624eb-8089-4c42-ae7f-84b4d3513257" providerId="AD" clId="Web-{B6E58D3E-34FE-4AE3-301E-DDF9BE556135}" dt="2025-03-16T18:43:22.014" v="29" actId="1076"/>
          <ac:spMkLst>
            <pc:docMk/>
            <pc:sldMk cId="827480998" sldId="1162"/>
            <ac:spMk id="6" creationId="{3E1EE1A7-115B-C27C-AFEE-F1CB4DA47820}"/>
          </ac:spMkLst>
        </pc:spChg>
        <pc:picChg chg="del">
          <ac:chgData name="Curt Oldenborg" userId="S::curt@proventus.no::e4c624eb-8089-4c42-ae7f-84b4d3513257" providerId="AD" clId="Web-{B6E58D3E-34FE-4AE3-301E-DDF9BE556135}" dt="2025-03-16T18:42:58.217" v="22"/>
          <ac:picMkLst>
            <pc:docMk/>
            <pc:sldMk cId="827480998" sldId="1162"/>
            <ac:picMk id="4" creationId="{1BD9C021-45B8-33AD-33AB-5B04139C5D8B}"/>
          </ac:picMkLst>
        </pc:picChg>
      </pc:sldChg>
      <pc:sldChg chg="delSp modSp delAnim">
        <pc:chgData name="Curt Oldenborg" userId="S::curt@proventus.no::e4c624eb-8089-4c42-ae7f-84b4d3513257" providerId="AD" clId="Web-{B6E58D3E-34FE-4AE3-301E-DDF9BE556135}" dt="2025-03-16T19:03:50.253" v="322" actId="20577"/>
        <pc:sldMkLst>
          <pc:docMk/>
          <pc:sldMk cId="2529672261" sldId="1218"/>
        </pc:sldMkLst>
        <pc:spChg chg="mod">
          <ac:chgData name="Curt Oldenborg" userId="S::curt@proventus.no::e4c624eb-8089-4c42-ae7f-84b4d3513257" providerId="AD" clId="Web-{B6E58D3E-34FE-4AE3-301E-DDF9BE556135}" dt="2025-03-16T19:02:33.440" v="286" actId="20577"/>
          <ac:spMkLst>
            <pc:docMk/>
            <pc:sldMk cId="2529672261" sldId="1218"/>
            <ac:spMk id="2" creationId="{2127A240-4B07-BAF2-7781-8AAAAFC53DD6}"/>
          </ac:spMkLst>
        </pc:spChg>
        <pc:spChg chg="del mod">
          <ac:chgData name="Curt Oldenborg" userId="S::curt@proventus.no::e4c624eb-8089-4c42-ae7f-84b4d3513257" providerId="AD" clId="Web-{B6E58D3E-34FE-4AE3-301E-DDF9BE556135}" dt="2025-03-16T18:50:31.536" v="182"/>
          <ac:spMkLst>
            <pc:docMk/>
            <pc:sldMk cId="2529672261" sldId="1218"/>
            <ac:spMk id="5" creationId="{A6CA5673-FA98-26EC-C9B0-04D6326868C8}"/>
          </ac:spMkLst>
        </pc:spChg>
        <pc:spChg chg="mod">
          <ac:chgData name="Curt Oldenborg" userId="S::curt@proventus.no::e4c624eb-8089-4c42-ae7f-84b4d3513257" providerId="AD" clId="Web-{B6E58D3E-34FE-4AE3-301E-DDF9BE556135}" dt="2025-03-16T19:03:50.253" v="322" actId="20577"/>
          <ac:spMkLst>
            <pc:docMk/>
            <pc:sldMk cId="2529672261" sldId="1218"/>
            <ac:spMk id="6" creationId="{73DDC9A0-FCD4-7C6E-8D3C-521C169A70A3}"/>
          </ac:spMkLst>
        </pc:spChg>
      </pc:sldChg>
      <pc:sldChg chg="modSp add replId">
        <pc:chgData name="Curt Oldenborg" userId="S::curt@proventus.no::e4c624eb-8089-4c42-ae7f-84b4d3513257" providerId="AD" clId="Web-{B6E58D3E-34FE-4AE3-301E-DDF9BE556135}" dt="2025-03-16T18:57:13.216" v="218" actId="20577"/>
        <pc:sldMkLst>
          <pc:docMk/>
          <pc:sldMk cId="3825873397" sldId="1229"/>
        </pc:sldMkLst>
        <pc:spChg chg="mod">
          <ac:chgData name="Curt Oldenborg" userId="S::curt@proventus.no::e4c624eb-8089-4c42-ae7f-84b4d3513257" providerId="AD" clId="Web-{B6E58D3E-34FE-4AE3-301E-DDF9BE556135}" dt="2025-03-16T18:55:02.214" v="203" actId="20577"/>
          <ac:spMkLst>
            <pc:docMk/>
            <pc:sldMk cId="3825873397" sldId="1229"/>
            <ac:spMk id="2" creationId="{1DA98442-3418-C4A7-019C-2E25F0B07C90}"/>
          </ac:spMkLst>
        </pc:spChg>
        <pc:spChg chg="mod">
          <ac:chgData name="Curt Oldenborg" userId="S::curt@proventus.no::e4c624eb-8089-4c42-ae7f-84b4d3513257" providerId="AD" clId="Web-{B6E58D3E-34FE-4AE3-301E-DDF9BE556135}" dt="2025-03-16T18:57:13.216" v="218" actId="20577"/>
          <ac:spMkLst>
            <pc:docMk/>
            <pc:sldMk cId="3825873397" sldId="1229"/>
            <ac:spMk id="6" creationId="{C3E8315C-10BA-21F9-922E-6B78B3DB04DA}"/>
          </ac:spMkLst>
        </pc:spChg>
      </pc:sldChg>
      <pc:sldChg chg="add replId">
        <pc:chgData name="Curt Oldenborg" userId="S::curt@proventus.no::e4c624eb-8089-4c42-ae7f-84b4d3513257" providerId="AD" clId="Web-{B6E58D3E-34FE-4AE3-301E-DDF9BE556135}" dt="2025-03-16T18:57:25.763" v="219"/>
        <pc:sldMkLst>
          <pc:docMk/>
          <pc:sldMk cId="909210719" sldId="1230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ssholder for dato 2"/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7720C6-6DE3-476E-8A36-3FB97785ECBA}" type="datetimeFigureOut">
              <a:rPr lang="en-GB" smtClean="0"/>
              <a:t>16/03/2025</a:t>
            </a:fld>
            <a:endParaRPr lang="en-GB"/>
          </a:p>
        </p:txBody>
      </p:sp>
      <p:sp>
        <p:nvSpPr>
          <p:cNvPr id="4" name="Plassholder for bunntekst 3"/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Plassholder for lysbildenummer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058B12-4B0C-465B-8170-3115C9CCFEB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82168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ssholder for dato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F7B90A-95AD-4D68-BE38-B11593C2B90C}" type="datetimeFigureOut">
              <a:rPr lang="en-GB" smtClean="0"/>
              <a:t>16/03/2025</a:t>
            </a:fld>
            <a:endParaRPr lang="en-GB"/>
          </a:p>
        </p:txBody>
      </p:sp>
      <p:sp>
        <p:nvSpPr>
          <p:cNvPr id="4" name="Plassholder for lysbilde 3"/>
          <p:cNvSpPr>
            <a:spLocks noGrp="1" noRot="1" noChangeAspect="1"/>
          </p:cNvSpPr>
          <p:nvPr>
            <p:ph type="sldImg" idx="2"/>
          </p:nvPr>
        </p:nvSpPr>
        <p:spPr>
          <a:xfrm>
            <a:off x="409575" y="1233488"/>
            <a:ext cx="591661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Plassholder for notater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b-NO"/>
              <a:t>Rediger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  <a:endParaRPr lang="en-GB"/>
          </a:p>
        </p:txBody>
      </p:sp>
      <p:sp>
        <p:nvSpPr>
          <p:cNvPr id="6" name="Plassholder for bunntekst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Plassholder for lysbildenummer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131C13-1C4E-4D5F-B42F-00705E3179F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154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b-NO" b="1" noProof="1">
                <a:ea typeface="Calibri"/>
                <a:cs typeface="Calibri"/>
              </a:rPr>
              <a:t>Når Chat GPT ble tilgjengelig – tenkte jeg hvordan kan vi bruke dette mot en database ??</a:t>
            </a:r>
          </a:p>
          <a:p>
            <a:endParaRPr lang="nb-NO" b="1" noProof="1">
              <a:ea typeface="Calibri"/>
              <a:cs typeface="Calibri"/>
            </a:endParaRP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93294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  <a:p>
            <a:r>
              <a:rPr lang="nb-NO" dirty="0" err="1"/>
              <a:t>S</a:t>
            </a:r>
            <a:r>
              <a:rPr lang="nb-NO" b="1" dirty="0" err="1"/>
              <a:t>Når</a:t>
            </a:r>
            <a:r>
              <a:rPr lang="nb-NO" b="1" dirty="0"/>
              <a:t> Chat GPT ble tilgjengelig </a:t>
            </a:r>
            <a:r>
              <a:rPr lang="nb-NO" b="1" baseline="0" dirty="0"/>
              <a:t>– </a:t>
            </a:r>
            <a:r>
              <a:rPr lang="nb-NO" b="1" dirty="0"/>
              <a:t>tenkte </a:t>
            </a:r>
            <a:r>
              <a:rPr lang="nb-NO" b="1" baseline="0" dirty="0"/>
              <a:t>jeg hvordan kan vi </a:t>
            </a:r>
            <a:r>
              <a:rPr lang="nb-NO" b="1" dirty="0"/>
              <a:t>bruke dette </a:t>
            </a:r>
            <a:r>
              <a:rPr lang="nb-NO" b="1" baseline="0" dirty="0"/>
              <a:t>mot en </a:t>
            </a:r>
            <a:r>
              <a:rPr lang="nb-NO" b="1" dirty="0"/>
              <a:t>database ??</a:t>
            </a:r>
            <a:endParaRPr lang="nb-NO" b="1" baseline="0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70592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92040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5EF5E-00FD-FA6F-EC0A-FB219FE77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696797-19DC-FF6A-8835-14AE0E3799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38F5E2-97DE-A9F2-09E1-1BE04926CC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DBFA4A-66BE-0B8E-FD7D-BD2C0A3816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80071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DBC82-F17E-8181-C441-9CCD557A5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38419A-1E33-10A0-FF00-3F7B105B28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8107CE-E3BE-1F64-86E1-43FC02FA20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4002A2-92F0-040A-5653-9B0C6E5D44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93037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2783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5944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65593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25586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b-NO" dirty="0"/>
              <a:t>Litt kort om selskapet </a:t>
            </a:r>
            <a:r>
              <a:rPr lang="nb-NO" dirty="0" err="1"/>
              <a:t>Sencha</a:t>
            </a:r>
            <a:r>
              <a:rPr lang="nb-NO" dirty="0"/>
              <a:t> – </a:t>
            </a:r>
          </a:p>
          <a:p>
            <a:r>
              <a:rPr lang="nb-NO" dirty="0"/>
              <a:t>De hevder 10000 kunder og 2 M utviklere, - for meg høres dette litt mye ut men en vet jo aldri </a:t>
            </a:r>
          </a:p>
          <a:p>
            <a:r>
              <a:rPr lang="nb-NO" dirty="0"/>
              <a:t>Selskapet ble kjøpt opp i 2017 – som ble et år hvor det var mange som byttet ut rammeverket med noe annet. </a:t>
            </a:r>
          </a:p>
          <a:p>
            <a:r>
              <a:rPr lang="nb-NO" dirty="0"/>
              <a:t>Både på grunn av ny prismodell og dårlig support (mye misnøye generelt) </a:t>
            </a:r>
          </a:p>
          <a:p>
            <a:r>
              <a:rPr lang="nb-NO" dirty="0"/>
              <a:t>For meg ser det ut til at selskapet tok litt grep og endret mye – nå er det ganske hyppige </a:t>
            </a:r>
            <a:r>
              <a:rPr lang="nb-NO" dirty="0" err="1"/>
              <a:t>releaser</a:t>
            </a:r>
            <a:r>
              <a:rPr lang="nb-NO" dirty="0"/>
              <a:t> og en del nytt </a:t>
            </a:r>
          </a:p>
          <a:p>
            <a:endParaRPr lang="nb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0940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  <a:p>
            <a:r>
              <a:rPr lang="nb-NO" dirty="0" err="1"/>
              <a:t>Ext</a:t>
            </a:r>
            <a:r>
              <a:rPr lang="nb-NO" dirty="0"/>
              <a:t> JS har sitt eget </a:t>
            </a:r>
            <a:r>
              <a:rPr lang="nb-NO" dirty="0" err="1"/>
              <a:t>klassessystem</a:t>
            </a:r>
            <a:r>
              <a:rPr lang="nb-NO" dirty="0"/>
              <a:t>. Klasser defineres med </a:t>
            </a:r>
            <a:r>
              <a:rPr lang="nb-NO" dirty="0" err="1"/>
              <a:t>Ext.define</a:t>
            </a:r>
            <a:r>
              <a:rPr lang="nb-NO" dirty="0"/>
              <a:t> og deretter kan en instans opprettes med </a:t>
            </a:r>
            <a:r>
              <a:rPr lang="nb-NO" dirty="0" err="1"/>
              <a:t>Ext.create</a:t>
            </a:r>
            <a:r>
              <a:rPr lang="nb-NO" dirty="0"/>
              <a:t>. </a:t>
            </a:r>
          </a:p>
          <a:p>
            <a:r>
              <a:rPr lang="nb-NO" dirty="0"/>
              <a:t>Noen klasser (f.eks. komponenter og butikker) kan ha aliaser og kan opprettes med et alias. </a:t>
            </a:r>
          </a:p>
          <a:p>
            <a:r>
              <a:rPr lang="nb-NO" dirty="0"/>
              <a:t>Instanser av komponenter opprettes automatisk når overordnet komponent opprettes.</a:t>
            </a:r>
          </a:p>
          <a:p>
            <a:endParaRPr lang="nb-NO" dirty="0"/>
          </a:p>
          <a:p>
            <a:r>
              <a:rPr lang="nb-NO" dirty="0"/>
              <a:t>Klasse kan utvide både egendefinerte og innebygde klasser. Vanligvis vil egendefinerte komponenter utvide innebygde komponenter (f.eks. </a:t>
            </a:r>
            <a:r>
              <a:rPr lang="nb-NO" dirty="0" err="1"/>
              <a:t>MyApp.views.ProductsTable</a:t>
            </a:r>
            <a:r>
              <a:rPr lang="nb-NO" dirty="0"/>
              <a:t> vil utvide innebygd </a:t>
            </a:r>
            <a:r>
              <a:rPr lang="nb-NO" dirty="0" err="1"/>
              <a:t>Ext.grid.Panel</a:t>
            </a:r>
            <a:r>
              <a:rPr lang="nb-NO" dirty="0"/>
              <a:t>).</a:t>
            </a:r>
          </a:p>
          <a:p>
            <a:r>
              <a:rPr lang="nb-NO" dirty="0"/>
              <a:t>Det er en innebygd dynamisk laster slik at klasser kan ha dynamiske avhengigheter (lastet ved behov). Det er to typer avhengigheter i </a:t>
            </a:r>
            <a:r>
              <a:rPr lang="nb-NO" dirty="0" err="1"/>
              <a:t>ExtJS</a:t>
            </a:r>
            <a:r>
              <a:rPr lang="nb-NO" dirty="0"/>
              <a:t>. Avhengigheter erklært med </a:t>
            </a:r>
            <a:r>
              <a:rPr lang="nb-NO" dirty="0" err="1"/>
              <a:t>requires</a:t>
            </a:r>
            <a:r>
              <a:rPr lang="nb-NO" dirty="0"/>
              <a:t>-egenskapen lastes før instansen av klassen opprettes. Avhengigheter definert i </a:t>
            </a:r>
            <a:r>
              <a:rPr lang="nb-NO" dirty="0" err="1"/>
              <a:t>uses</a:t>
            </a:r>
            <a:r>
              <a:rPr lang="nb-NO" dirty="0"/>
              <a:t>-egenskapen kan lastes etter at instansen av klassen er opprettet.</a:t>
            </a:r>
          </a:p>
          <a:p>
            <a:r>
              <a:rPr lang="nb-NO" dirty="0"/>
              <a:t>Det er også mulig å overstyre klasser. Selv innebygde klasser. Å overstyre innebygde klasser kan være nyttig for f.eks. å tilby internasjonalisering eller lage lapper. Overstyrt klasse blir slått sammen med ny deklarasjon. Hver klasse kan overstyres så mange ganger som nødvendig (f.eks. å tilby i18n og deretter l10n).</a:t>
            </a:r>
          </a:p>
          <a:p>
            <a:endParaRPr lang="nb-NO" dirty="0"/>
          </a:p>
          <a:p>
            <a:endParaRPr lang="nb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28071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  <a:p>
            <a:r>
              <a:rPr lang="nb-NO" baseline="0" dirty="0"/>
              <a:t>Noen eksempler på hvordan en </a:t>
            </a:r>
            <a:r>
              <a:rPr lang="nb-NO" baseline="0" dirty="0" err="1"/>
              <a:t>Sencha</a:t>
            </a:r>
            <a:r>
              <a:rPr lang="nb-NO" baseline="0" dirty="0"/>
              <a:t> Web applikasjon kan se ut, den første er </a:t>
            </a:r>
            <a:r>
              <a:rPr lang="nb-NO" baseline="0" dirty="0" err="1"/>
              <a:t>admin</a:t>
            </a:r>
            <a:r>
              <a:rPr lang="nb-NO" baseline="0" dirty="0"/>
              <a:t> </a:t>
            </a:r>
            <a:r>
              <a:rPr lang="nb-NO" baseline="0" dirty="0" err="1"/>
              <a:t>console</a:t>
            </a:r>
            <a:r>
              <a:rPr lang="nb-NO" baseline="0" dirty="0"/>
              <a:t> for </a:t>
            </a:r>
            <a:r>
              <a:rPr lang="nb-NO" baseline="0" dirty="0" err="1"/>
              <a:t>Synology</a:t>
            </a:r>
            <a:r>
              <a:rPr lang="nb-NO" baseline="0" dirty="0"/>
              <a:t> NAS </a:t>
            </a:r>
          </a:p>
          <a:p>
            <a:r>
              <a:rPr lang="nb-NO" baseline="0" dirty="0" err="1"/>
              <a:t>Sencha</a:t>
            </a:r>
            <a:r>
              <a:rPr lang="nb-NO" baseline="0" dirty="0"/>
              <a:t> har også en del Online eksempler </a:t>
            </a:r>
          </a:p>
          <a:p>
            <a:endParaRPr lang="nb-NO" baseline="0" dirty="0"/>
          </a:p>
          <a:p>
            <a:endParaRPr lang="nb-NO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7187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  <a:p>
            <a:r>
              <a:rPr lang="nb-NO" baseline="0" dirty="0" err="1"/>
              <a:t>Fiddle</a:t>
            </a:r>
            <a:r>
              <a:rPr lang="nb-NO" baseline="0" dirty="0"/>
              <a:t> – </a:t>
            </a:r>
            <a:r>
              <a:rPr lang="nb-NO" baseline="0" dirty="0" err="1"/>
              <a:t>debugging</a:t>
            </a:r>
            <a:r>
              <a:rPr lang="nb-NO" baseline="0" dirty="0"/>
              <a:t> og testing </a:t>
            </a:r>
            <a:r>
              <a:rPr lang="nb-NO" baseline="0" dirty="0" err="1"/>
              <a:t>tool</a:t>
            </a:r>
            <a:r>
              <a:rPr lang="nb-NO" baseline="0" dirty="0"/>
              <a:t> online / kan benytte flere ulike versjoner. Mest nyttig for å kopiere kode til lokal testing</a:t>
            </a:r>
          </a:p>
          <a:p>
            <a:r>
              <a:rPr lang="nb-NO" baseline="0" dirty="0"/>
              <a:t>Kan benyttes i tidlig fase i prosjektet når en er usikker på hvordan en skal utvikle </a:t>
            </a:r>
          </a:p>
          <a:p>
            <a:endParaRPr lang="nb-NO" baseline="0" dirty="0"/>
          </a:p>
          <a:p>
            <a:r>
              <a:rPr lang="nb-NO" baseline="0" dirty="0" err="1"/>
              <a:t>Ui</a:t>
            </a:r>
            <a:r>
              <a:rPr lang="nb-NO" baseline="0" dirty="0"/>
              <a:t> </a:t>
            </a:r>
            <a:r>
              <a:rPr lang="nb-NO" baseline="0" dirty="0" err="1"/>
              <a:t>komponeneter</a:t>
            </a:r>
            <a:r>
              <a:rPr lang="nb-NO" baseline="0" dirty="0"/>
              <a:t> – viktig for å finne ut av hvilke komponenter en skal benytte </a:t>
            </a:r>
          </a:p>
          <a:p>
            <a:endParaRPr lang="nb-NO" baseline="0" dirty="0"/>
          </a:p>
          <a:p>
            <a:r>
              <a:rPr lang="nb-NO" baseline="0" dirty="0"/>
              <a:t>Architect – GUI </a:t>
            </a:r>
            <a:r>
              <a:rPr lang="nb-NO" baseline="0" dirty="0" err="1"/>
              <a:t>appbuilder</a:t>
            </a:r>
            <a:r>
              <a:rPr lang="nb-NO" baseline="0" dirty="0"/>
              <a:t>, mulig å starte fra </a:t>
            </a:r>
            <a:r>
              <a:rPr lang="nb-NO" baseline="0" dirty="0" err="1"/>
              <a:t>eclipse</a:t>
            </a:r>
            <a:r>
              <a:rPr lang="nb-NO" baseline="0" dirty="0"/>
              <a:t> for å </a:t>
            </a:r>
            <a:r>
              <a:rPr lang="nb-NO" baseline="0" dirty="0" err="1"/>
              <a:t>sammtidig</a:t>
            </a:r>
            <a:r>
              <a:rPr lang="nb-NO" baseline="0" dirty="0"/>
              <a:t> vedlikeholde koden «to» steder </a:t>
            </a:r>
          </a:p>
          <a:p>
            <a:endParaRPr lang="nb-NO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44299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b-NO" dirty="0"/>
              <a:t>Hvis en sammenlikner bruk av </a:t>
            </a:r>
            <a:r>
              <a:rPr lang="nb-NO" dirty="0" err="1"/>
              <a:t>ExtJs</a:t>
            </a:r>
            <a:r>
              <a:rPr lang="nb-NO" dirty="0"/>
              <a:t> mot andre rammeverk ser en fort trenden i tiden </a:t>
            </a:r>
          </a:p>
          <a:p>
            <a:r>
              <a:rPr lang="nb-NO" dirty="0"/>
              <a:t>Det er ikke det mest populære av alle, men jeg tenker at alt til sitt bruk.</a:t>
            </a:r>
          </a:p>
          <a:p>
            <a:r>
              <a:rPr lang="nb-NO" dirty="0"/>
              <a:t>For meg passer det egentlig ganske bra, og jeg har vært involvert både </a:t>
            </a:r>
            <a:r>
              <a:rPr lang="nb-NO" dirty="0" err="1"/>
              <a:t>Angular</a:t>
            </a:r>
            <a:r>
              <a:rPr lang="nb-NO" dirty="0"/>
              <a:t> prosjekter mfl. </a:t>
            </a:r>
          </a:p>
          <a:p>
            <a:r>
              <a:rPr lang="nb-NO" dirty="0"/>
              <a:t>Mange utviklere som bruker </a:t>
            </a:r>
            <a:r>
              <a:rPr lang="nb-NO" dirty="0" err="1"/>
              <a:t>open-source</a:t>
            </a:r>
            <a:r>
              <a:rPr lang="nb-NO" dirty="0"/>
              <a:t> har gjerne sine preferanser når det gjelder </a:t>
            </a:r>
            <a:r>
              <a:rPr lang="nb-NO" dirty="0" err="1"/>
              <a:t>lib’s</a:t>
            </a:r>
            <a:r>
              <a:rPr lang="nb-NO" dirty="0"/>
              <a:t> de ønsker å benytte, noe som ikke alltid her helt gunstig med tanke på framtidig vedlikehold.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87580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b-NO" dirty="0"/>
              <a:t>Det er i </a:t>
            </a:r>
            <a:r>
              <a:rPr lang="nb-NO" dirty="0" err="1"/>
              <a:t>utgangspt</a:t>
            </a:r>
            <a:r>
              <a:rPr lang="nb-NO" dirty="0"/>
              <a:t>. Ikke et populært rammeverk. </a:t>
            </a:r>
          </a:p>
          <a:p>
            <a:r>
              <a:rPr lang="nb-NO" dirty="0"/>
              <a:t>Var </a:t>
            </a:r>
            <a:r>
              <a:rPr lang="nb-NO" b="1" dirty="0"/>
              <a:t>muligvis</a:t>
            </a:r>
            <a:r>
              <a:rPr lang="nb-NO" dirty="0"/>
              <a:t> det </a:t>
            </a:r>
            <a:r>
              <a:rPr lang="nb-NO" b="1" dirty="0"/>
              <a:t>beste</a:t>
            </a:r>
            <a:r>
              <a:rPr lang="nb-NO" dirty="0"/>
              <a:t> rammeverket fram til 2014, men har mistet markedsandeler siden. </a:t>
            </a:r>
          </a:p>
          <a:p>
            <a:endParaRPr lang="nb-NO" dirty="0"/>
          </a:p>
          <a:p>
            <a:r>
              <a:rPr lang="nb-NO" dirty="0"/>
              <a:t>Men når en utvikler «business» applikasjoner tenker jeg noe av det viktigste er at det er </a:t>
            </a:r>
            <a:r>
              <a:rPr lang="nb-NO" dirty="0" err="1"/>
              <a:t>future-proof</a:t>
            </a:r>
            <a:r>
              <a:rPr lang="nb-NO" dirty="0"/>
              <a:t>. Litt som Progress ABL </a:t>
            </a:r>
          </a:p>
          <a:p>
            <a:r>
              <a:rPr lang="nb-NO" dirty="0"/>
              <a:t>Gammelt – </a:t>
            </a:r>
            <a:r>
              <a:rPr lang="nb-NO" dirty="0" err="1"/>
              <a:t>funksjonellt</a:t>
            </a:r>
            <a:r>
              <a:rPr lang="nb-NO" dirty="0"/>
              <a:t> og solid og ingen store avhengigheter til andre klasse </a:t>
            </a:r>
            <a:r>
              <a:rPr lang="nb-NO" dirty="0" err="1"/>
              <a:t>lib</a:t>
            </a:r>
            <a:endParaRPr lang="nb-NO" dirty="0"/>
          </a:p>
          <a:p>
            <a:endParaRPr lang="nb-NO" dirty="0"/>
          </a:p>
          <a:p>
            <a:endParaRPr lang="nb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24321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  <a:p>
            <a:r>
              <a:rPr lang="nb-NO" baseline="0" dirty="0"/>
              <a:t>Så litt om agenda - </a:t>
            </a:r>
          </a:p>
          <a:p>
            <a:r>
              <a:rPr lang="nb-NO" baseline="0" dirty="0"/>
              <a:t>Først må vi gå litt mere i dybden om hva </a:t>
            </a:r>
            <a:r>
              <a:rPr lang="nb-NO" baseline="0" dirty="0" err="1"/>
              <a:t>sencha</a:t>
            </a:r>
            <a:r>
              <a:rPr lang="nb-NO" baseline="0" dirty="0"/>
              <a:t> er eller </a:t>
            </a:r>
            <a:r>
              <a:rPr lang="nb-NO" baseline="0" dirty="0" err="1"/>
              <a:t>extjs</a:t>
            </a:r>
            <a:r>
              <a:rPr lang="nb-NO" baseline="0" dirty="0"/>
              <a:t> rammeverket</a:t>
            </a:r>
          </a:p>
          <a:p>
            <a:r>
              <a:rPr lang="nb-NO" baseline="0" dirty="0"/>
              <a:t>Noe generelt om webutvikling med progress produkter</a:t>
            </a:r>
          </a:p>
          <a:p>
            <a:r>
              <a:rPr lang="nb-NO" baseline="0" dirty="0"/>
              <a:t>Så ser vi litt på produkter i </a:t>
            </a:r>
            <a:r>
              <a:rPr lang="nb-NO" baseline="0" dirty="0" err="1"/>
              <a:t>sencha</a:t>
            </a:r>
            <a:r>
              <a:rPr lang="nb-NO" baseline="0" dirty="0"/>
              <a:t> </a:t>
            </a:r>
            <a:r>
              <a:rPr lang="nb-NO" baseline="0" dirty="0" err="1"/>
              <a:t>portefølgen</a:t>
            </a:r>
            <a:r>
              <a:rPr lang="nb-NO" baseline="0" dirty="0"/>
              <a:t> </a:t>
            </a:r>
          </a:p>
          <a:p>
            <a:r>
              <a:rPr lang="nb-NO" baseline="0" dirty="0"/>
              <a:t>Det viktigste er en enkel </a:t>
            </a:r>
            <a:r>
              <a:rPr lang="nb-NO" baseline="0" dirty="0" err="1"/>
              <a:t>Sencha</a:t>
            </a:r>
            <a:r>
              <a:rPr lang="nb-NO" baseline="0" dirty="0"/>
              <a:t> – demo applikasjon </a:t>
            </a:r>
          </a:p>
          <a:p>
            <a:r>
              <a:rPr lang="nb-NO" baseline="0" dirty="0"/>
              <a:t>Her ønsker jeg å vise hvordan en kan lage en helt enkel applikasjon – med kobling til progress REST, og selvfølgelig prate litt om hvordan ting fungerer internt i </a:t>
            </a:r>
            <a:r>
              <a:rPr lang="nb-NO" baseline="0" dirty="0" err="1"/>
              <a:t>Sencha</a:t>
            </a:r>
            <a:endParaRPr lang="nb-NO" baseline="0" dirty="0"/>
          </a:p>
          <a:p>
            <a:r>
              <a:rPr lang="nb-NO" baseline="0" dirty="0"/>
              <a:t>Til slutt ser vi på en «real» </a:t>
            </a:r>
            <a:r>
              <a:rPr lang="nb-NO" baseline="0" dirty="0" err="1"/>
              <a:t>life</a:t>
            </a:r>
            <a:r>
              <a:rPr lang="nb-NO" baseline="0" dirty="0"/>
              <a:t> applikasjon utviklet i </a:t>
            </a:r>
            <a:r>
              <a:rPr lang="nb-NO" baseline="0" dirty="0" err="1"/>
              <a:t>Sencha</a:t>
            </a:r>
            <a:r>
              <a:rPr lang="nb-NO" baseline="0" dirty="0"/>
              <a:t> – mot Progress (her er det selvfølgelig mye en kan gå gjennom)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99168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  <a:p>
            <a:endParaRPr lang="nb-NO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81650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b-NO" baseline="0" dirty="0"/>
              <a:t>MVC – ikke noe nytt, men lite brukt av oss Progress utviklere </a:t>
            </a:r>
          </a:p>
          <a:p>
            <a:r>
              <a:rPr lang="nb-NO" baseline="0" dirty="0"/>
              <a:t>I dag er det mange begreper – MVW / MVP/ MVVM </a:t>
            </a:r>
          </a:p>
          <a:p>
            <a:r>
              <a:rPr lang="nb-NO" baseline="0" dirty="0"/>
              <a:t>Prinsippet er at en skiller mellom UI komponenter og triggere </a:t>
            </a:r>
            <a:r>
              <a:rPr lang="nb-NO" baseline="0" dirty="0" err="1"/>
              <a:t>actions</a:t>
            </a:r>
            <a:r>
              <a:rPr lang="nb-NO" baseline="0" dirty="0"/>
              <a:t> – ol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5736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b-NO" dirty="0"/>
              <a:t>Jeg skal prøve å gi svar på følgende …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34098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69330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71008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  <a:p>
            <a:r>
              <a:rPr lang="nb-NO" baseline="0" dirty="0"/>
              <a:t>Så litt om agenda - </a:t>
            </a:r>
          </a:p>
          <a:p>
            <a:r>
              <a:rPr lang="nb-NO" baseline="0" dirty="0"/>
              <a:t>Først må vi gå litt mere i dybden om hva </a:t>
            </a:r>
            <a:r>
              <a:rPr lang="nb-NO" baseline="0" dirty="0" err="1"/>
              <a:t>sencha</a:t>
            </a:r>
            <a:r>
              <a:rPr lang="nb-NO" baseline="0" dirty="0"/>
              <a:t> er eller </a:t>
            </a:r>
            <a:r>
              <a:rPr lang="nb-NO" baseline="0" dirty="0" err="1"/>
              <a:t>extjs</a:t>
            </a:r>
            <a:r>
              <a:rPr lang="nb-NO" baseline="0" dirty="0"/>
              <a:t> rammeverket</a:t>
            </a:r>
          </a:p>
          <a:p>
            <a:r>
              <a:rPr lang="nb-NO" baseline="0" dirty="0"/>
              <a:t>Noe generelt om webutvikling med progress produkter</a:t>
            </a:r>
          </a:p>
          <a:p>
            <a:r>
              <a:rPr lang="nb-NO" baseline="0" dirty="0"/>
              <a:t>Så ser vi litt på produkter i </a:t>
            </a:r>
            <a:r>
              <a:rPr lang="nb-NO" baseline="0" dirty="0" err="1"/>
              <a:t>sencha</a:t>
            </a:r>
            <a:r>
              <a:rPr lang="nb-NO" baseline="0" dirty="0"/>
              <a:t> </a:t>
            </a:r>
            <a:r>
              <a:rPr lang="nb-NO" baseline="0" dirty="0" err="1"/>
              <a:t>portefølgen</a:t>
            </a:r>
            <a:r>
              <a:rPr lang="nb-NO" baseline="0" dirty="0"/>
              <a:t> </a:t>
            </a:r>
          </a:p>
          <a:p>
            <a:r>
              <a:rPr lang="nb-NO" baseline="0" dirty="0"/>
              <a:t>Det viktigste er en enkel </a:t>
            </a:r>
            <a:r>
              <a:rPr lang="nb-NO" baseline="0" dirty="0" err="1"/>
              <a:t>Sencha</a:t>
            </a:r>
            <a:r>
              <a:rPr lang="nb-NO" baseline="0" dirty="0"/>
              <a:t> – demo applikasjon </a:t>
            </a:r>
          </a:p>
          <a:p>
            <a:r>
              <a:rPr lang="nb-NO" baseline="0" dirty="0"/>
              <a:t>Her ønsker jeg å vise hvordan en kan lage en helt enkel applikasjon – med kobling til progress REST, og selvfølgelig prate litt om hvordan ting fungerer internt i </a:t>
            </a:r>
            <a:r>
              <a:rPr lang="nb-NO" baseline="0" dirty="0" err="1"/>
              <a:t>Sencha</a:t>
            </a:r>
            <a:endParaRPr lang="nb-NO" baseline="0" dirty="0"/>
          </a:p>
          <a:p>
            <a:r>
              <a:rPr lang="nb-NO" baseline="0" dirty="0"/>
              <a:t>Til slutt ser vi på en «real» </a:t>
            </a:r>
            <a:r>
              <a:rPr lang="nb-NO" baseline="0" dirty="0" err="1"/>
              <a:t>life</a:t>
            </a:r>
            <a:r>
              <a:rPr lang="nb-NO" baseline="0" dirty="0"/>
              <a:t> applikasjon utviklet i </a:t>
            </a:r>
            <a:r>
              <a:rPr lang="nb-NO" baseline="0" dirty="0" err="1"/>
              <a:t>Sencha</a:t>
            </a:r>
            <a:r>
              <a:rPr lang="nb-NO" baseline="0" dirty="0"/>
              <a:t> – mot Progress (her er det selvfølgelig mye en kan gå gjennom)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103325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b-NO" dirty="0"/>
              <a:t>Hvis vi går litt tilbake i tid og ser på hvordan tilnærmingen til Web utviklingen har vært fra Progress sin side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36022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b-NO" dirty="0"/>
              <a:t>Usikker på hvor dette </a:t>
            </a:r>
            <a:r>
              <a:rPr lang="nb-NO" dirty="0" err="1"/>
              <a:t>sammarbeidet</a:t>
            </a:r>
            <a:r>
              <a:rPr lang="nb-NO" dirty="0"/>
              <a:t> </a:t>
            </a:r>
            <a:r>
              <a:rPr lang="nb-NO" dirty="0" err="1"/>
              <a:t>Servoy</a:t>
            </a:r>
            <a:r>
              <a:rPr lang="nb-NO" dirty="0"/>
              <a:t>/Progress endte </a:t>
            </a:r>
            <a:endParaRPr lang="nb-NO" baseline="0" dirty="0"/>
          </a:p>
          <a:p>
            <a:endParaRPr lang="nb-NO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06407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  <a:p>
            <a:r>
              <a:rPr lang="nb-NO" baseline="0" dirty="0"/>
              <a:t>Den korte versjonen er som følger – fritt oversatt fra engelsk ..</a:t>
            </a:r>
          </a:p>
          <a:p>
            <a:endParaRPr lang="nb-NO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19565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131C13-1C4E-4D5F-B42F-00705E3179FB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33712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tellys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6"/>
          <p:cNvSpPr>
            <a:spLocks noChangeShapeType="1"/>
          </p:cNvSpPr>
          <p:nvPr/>
        </p:nvSpPr>
        <p:spPr bwMode="auto">
          <a:xfrm>
            <a:off x="478367" y="358775"/>
            <a:ext cx="11228918" cy="0"/>
          </a:xfrm>
          <a:prstGeom prst="line">
            <a:avLst/>
          </a:prstGeom>
          <a:noFill/>
          <a:ln w="9525">
            <a:solidFill>
              <a:srgbClr val="CD292B"/>
            </a:solidFill>
            <a:prstDash val="dash"/>
            <a:round/>
            <a:headEnd/>
            <a:tailEnd/>
          </a:ln>
        </p:spPr>
        <p:txBody>
          <a:bodyPr wrap="none" lIns="91596" tIns="45798" rIns="91596" bIns="45798" anchor="ctr"/>
          <a:lstStyle/>
          <a:p>
            <a:pPr>
              <a:defRPr/>
            </a:pPr>
            <a:endParaRPr lang="nb-NO" sz="1626"/>
          </a:p>
        </p:txBody>
      </p:sp>
      <p:sp>
        <p:nvSpPr>
          <p:cNvPr id="5" name="Line 7"/>
          <p:cNvSpPr>
            <a:spLocks noChangeShapeType="1"/>
          </p:cNvSpPr>
          <p:nvPr/>
        </p:nvSpPr>
        <p:spPr bwMode="auto">
          <a:xfrm>
            <a:off x="478367" y="6494463"/>
            <a:ext cx="11228918" cy="0"/>
          </a:xfrm>
          <a:prstGeom prst="line">
            <a:avLst/>
          </a:prstGeom>
          <a:noFill/>
          <a:ln w="9525">
            <a:solidFill>
              <a:srgbClr val="CD292B"/>
            </a:solidFill>
            <a:prstDash val="dash"/>
            <a:round/>
            <a:headEnd/>
            <a:tailEnd/>
          </a:ln>
        </p:spPr>
        <p:txBody>
          <a:bodyPr wrap="none" lIns="91596" tIns="45798" rIns="91596" bIns="45798" anchor="ctr"/>
          <a:lstStyle/>
          <a:p>
            <a:pPr>
              <a:defRPr/>
            </a:pPr>
            <a:endParaRPr lang="nb-NO" sz="1626"/>
          </a:p>
        </p:txBody>
      </p:sp>
      <p:pic>
        <p:nvPicPr>
          <p:cNvPr id="6" name="Picture 8" descr="Proventus_logo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166465" y="563564"/>
            <a:ext cx="1532352" cy="388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198034" y="2338388"/>
            <a:ext cx="10509251" cy="539750"/>
          </a:xfrm>
        </p:spPr>
        <p:txBody>
          <a:bodyPr/>
          <a:lstStyle>
            <a:lvl1pPr>
              <a:defRPr/>
            </a:lvl1pPr>
          </a:lstStyle>
          <a:p>
            <a:r>
              <a:rPr lang="nb-NO"/>
              <a:t>Klikk for å redigere tittelstil</a:t>
            </a: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53067" y="3057526"/>
            <a:ext cx="10509251" cy="533400"/>
          </a:xfrm>
        </p:spPr>
        <p:txBody>
          <a:bodyPr/>
          <a:lstStyle>
            <a:lvl1pPr marL="0" indent="0">
              <a:buFontTx/>
              <a:buNone/>
              <a:defRPr sz="2440"/>
            </a:lvl1pPr>
          </a:lstStyle>
          <a:p>
            <a:r>
              <a:rPr lang="nb-NO"/>
              <a:t>Klikk for å redigere undertittelstil i malen</a:t>
            </a:r>
            <a:endParaRPr lang="en-US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fld id="{51C6A6DF-4418-4606-83DA-5B1145EDCC02}" type="datetime1">
              <a:rPr lang="nb-NO" smtClean="0"/>
              <a:t>16.03.2025</a:t>
            </a:fld>
            <a:endParaRPr lang="nb-NO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7846485" y="6567488"/>
            <a:ext cx="3860800" cy="179387"/>
          </a:xfrm>
        </p:spPr>
        <p:txBody>
          <a:bodyPr/>
          <a:lstStyle>
            <a:lvl1pPr>
              <a:defRPr smtClean="0"/>
            </a:lvl1pPr>
          </a:lstStyle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651547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tel og 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92799A42-B941-4162-94F4-B95EF6104C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601144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15" imgH="416" progId="TCLayout.ActiveDocument.1">
                  <p:embed/>
                </p:oleObj>
              </mc:Choice>
              <mc:Fallback>
                <p:oleObj name="think-cell Slide" r:id="rId4" imgW="415" imgH="41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92799A42-B941-4162-94F4-B95EF6104C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 hidden="1">
            <a:extLst>
              <a:ext uri="{FF2B5EF4-FFF2-40B4-BE49-F238E27FC236}">
                <a16:creationId xmlns:a16="http://schemas.microsoft.com/office/drawing/2014/main" id="{F8BDCF5C-B94D-466E-BEA1-B514B797FC14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b-NO" sz="3614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Geneva"/>
              <a:cs typeface="+mj-cs"/>
              <a:sym typeface="Arial" panose="020B0604020202020204" pitchFamily="34" charset="0"/>
            </a:endParaRPr>
          </a:p>
        </p:txBody>
      </p:sp>
      <p:sp>
        <p:nvSpPr>
          <p:cNvPr id="2" name="Tittel 1"/>
          <p:cNvSpPr>
            <a:spLocks noGrp="1"/>
          </p:cNvSpPr>
          <p:nvPr>
            <p:ph type="title"/>
          </p:nvPr>
        </p:nvSpPr>
        <p:spPr>
          <a:xfrm>
            <a:off x="1198034" y="489268"/>
            <a:ext cx="10509251" cy="539750"/>
          </a:xfrm>
        </p:spPr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fld id="{67AA43F4-676B-465F-8643-06EF6EE2DAED}" type="datetime1">
              <a:rPr lang="nb-NO" smtClean="0"/>
              <a:t>16.03.2025</a:t>
            </a:fld>
            <a:endParaRPr lang="nb-NO"/>
          </a:p>
        </p:txBody>
      </p:sp>
      <p:sp>
        <p:nvSpPr>
          <p:cNvPr id="5" name="Plassholder for bunn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2950188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ndeling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/>
          <p:cNvSpPr>
            <a:spLocks noGrp="1"/>
          </p:cNvSpPr>
          <p:nvPr>
            <p:ph type="title"/>
          </p:nvPr>
        </p:nvSpPr>
        <p:spPr>
          <a:xfrm>
            <a:off x="963083" y="4406900"/>
            <a:ext cx="10363200" cy="1362075"/>
          </a:xfrm>
        </p:spPr>
        <p:txBody>
          <a:bodyPr/>
          <a:lstStyle>
            <a:lvl1pPr algn="l">
              <a:defRPr sz="3976" b="1" cap="all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/>
          <p:cNvSpPr>
            <a:spLocks noGrp="1"/>
          </p:cNvSpPr>
          <p:nvPr>
            <p:ph type="body" idx="1"/>
          </p:nvPr>
        </p:nvSpPr>
        <p:spPr>
          <a:xfrm>
            <a:off x="963083" y="2906714"/>
            <a:ext cx="10363200" cy="1500187"/>
          </a:xfrm>
        </p:spPr>
        <p:txBody>
          <a:bodyPr anchor="b"/>
          <a:lstStyle>
            <a:lvl1pPr marL="0" indent="0">
              <a:buNone/>
              <a:defRPr sz="1988"/>
            </a:lvl1pPr>
            <a:lvl2pPr marL="457991" indent="0">
              <a:buNone/>
              <a:defRPr sz="1807"/>
            </a:lvl2pPr>
            <a:lvl3pPr marL="915983" indent="0">
              <a:buNone/>
              <a:defRPr sz="1626"/>
            </a:lvl3pPr>
            <a:lvl4pPr marL="1373974" indent="0">
              <a:buNone/>
              <a:defRPr sz="1446"/>
            </a:lvl4pPr>
            <a:lvl5pPr marL="1831966" indent="0">
              <a:buNone/>
              <a:defRPr sz="1446"/>
            </a:lvl5pPr>
            <a:lvl6pPr marL="2289957" indent="0">
              <a:buNone/>
              <a:defRPr sz="1446"/>
            </a:lvl6pPr>
            <a:lvl7pPr marL="2747949" indent="0">
              <a:buNone/>
              <a:defRPr sz="1446"/>
            </a:lvl7pPr>
            <a:lvl8pPr marL="3205939" indent="0">
              <a:buNone/>
              <a:defRPr sz="1446"/>
            </a:lvl8pPr>
            <a:lvl9pPr marL="3663931" indent="0">
              <a:buNone/>
              <a:defRPr sz="1446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dato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fld id="{CEFE6093-AD65-4357-835F-69E7E8A014F5}" type="datetime1">
              <a:rPr lang="nb-NO" smtClean="0"/>
              <a:t>16.03.2025</a:t>
            </a:fld>
            <a:endParaRPr lang="nb-NO"/>
          </a:p>
        </p:txBody>
      </p:sp>
      <p:sp>
        <p:nvSpPr>
          <p:cNvPr id="5" name="Plassholder for bunn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783594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/>
          <p:cNvSpPr>
            <a:spLocks noGrp="1"/>
          </p:cNvSpPr>
          <p:nvPr>
            <p:ph sz="half" idx="1"/>
          </p:nvPr>
        </p:nvSpPr>
        <p:spPr>
          <a:xfrm>
            <a:off x="1198034" y="2085976"/>
            <a:ext cx="5151967" cy="4114800"/>
          </a:xfrm>
        </p:spPr>
        <p:txBody>
          <a:bodyPr/>
          <a:lstStyle>
            <a:lvl1pPr>
              <a:defRPr sz="2801"/>
            </a:lvl1pPr>
            <a:lvl2pPr>
              <a:defRPr sz="2440"/>
            </a:lvl2pPr>
            <a:lvl3pPr>
              <a:defRPr sz="1988"/>
            </a:lvl3pPr>
            <a:lvl4pPr>
              <a:defRPr sz="1807"/>
            </a:lvl4pPr>
            <a:lvl5pPr>
              <a:defRPr sz="1807"/>
            </a:lvl5pPr>
            <a:lvl6pPr>
              <a:defRPr sz="1807"/>
            </a:lvl6pPr>
            <a:lvl7pPr>
              <a:defRPr sz="1807"/>
            </a:lvl7pPr>
            <a:lvl8pPr>
              <a:defRPr sz="1807"/>
            </a:lvl8pPr>
            <a:lvl9pPr>
              <a:defRPr sz="1807"/>
            </a:lvl9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innhold 3"/>
          <p:cNvSpPr>
            <a:spLocks noGrp="1"/>
          </p:cNvSpPr>
          <p:nvPr>
            <p:ph sz="half" idx="2"/>
          </p:nvPr>
        </p:nvSpPr>
        <p:spPr>
          <a:xfrm>
            <a:off x="6553201" y="2085976"/>
            <a:ext cx="5154084" cy="4114800"/>
          </a:xfrm>
        </p:spPr>
        <p:txBody>
          <a:bodyPr/>
          <a:lstStyle>
            <a:lvl1pPr>
              <a:defRPr sz="2801"/>
            </a:lvl1pPr>
            <a:lvl2pPr>
              <a:defRPr sz="2440"/>
            </a:lvl2pPr>
            <a:lvl3pPr>
              <a:defRPr sz="1988"/>
            </a:lvl3pPr>
            <a:lvl4pPr>
              <a:defRPr sz="1807"/>
            </a:lvl4pPr>
            <a:lvl5pPr>
              <a:defRPr sz="1807"/>
            </a:lvl5pPr>
            <a:lvl6pPr>
              <a:defRPr sz="1807"/>
            </a:lvl6pPr>
            <a:lvl7pPr>
              <a:defRPr sz="1807"/>
            </a:lvl7pPr>
            <a:lvl8pPr>
              <a:defRPr sz="1807"/>
            </a:lvl8pPr>
            <a:lvl9pPr>
              <a:defRPr sz="1807"/>
            </a:lvl9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dato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fld id="{BD60799C-D384-4883-B4B7-116F923EC5E7}" type="datetime1">
              <a:rPr lang="nb-NO" smtClean="0"/>
              <a:t>16.03.2025</a:t>
            </a:fld>
            <a:endParaRPr lang="nb-NO"/>
          </a:p>
        </p:txBody>
      </p:sp>
      <p:sp>
        <p:nvSpPr>
          <p:cNvPr id="6" name="Plassholder for bunn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2537849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1" cy="1143000"/>
          </a:xfrm>
        </p:spPr>
        <p:txBody>
          <a:bodyPr/>
          <a:lstStyle>
            <a:lvl1pPr>
              <a:defRPr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/>
          <p:cNvSpPr>
            <a:spLocks noGrp="1"/>
          </p:cNvSpPr>
          <p:nvPr>
            <p:ph type="body" idx="1"/>
          </p:nvPr>
        </p:nvSpPr>
        <p:spPr>
          <a:xfrm>
            <a:off x="609601" y="1535114"/>
            <a:ext cx="5386917" cy="639762"/>
          </a:xfrm>
        </p:spPr>
        <p:txBody>
          <a:bodyPr anchor="b"/>
          <a:lstStyle>
            <a:lvl1pPr marL="0" indent="0">
              <a:buNone/>
              <a:defRPr sz="2440" b="1"/>
            </a:lvl1pPr>
            <a:lvl2pPr marL="457991" indent="0">
              <a:buNone/>
              <a:defRPr sz="1988" b="1"/>
            </a:lvl2pPr>
            <a:lvl3pPr marL="915983" indent="0">
              <a:buNone/>
              <a:defRPr sz="1807" b="1"/>
            </a:lvl3pPr>
            <a:lvl4pPr marL="1373974" indent="0">
              <a:buNone/>
              <a:defRPr sz="1626" b="1"/>
            </a:lvl4pPr>
            <a:lvl5pPr marL="1831966" indent="0">
              <a:buNone/>
              <a:defRPr sz="1626" b="1"/>
            </a:lvl5pPr>
            <a:lvl6pPr marL="2289957" indent="0">
              <a:buNone/>
              <a:defRPr sz="1626" b="1"/>
            </a:lvl6pPr>
            <a:lvl7pPr marL="2747949" indent="0">
              <a:buNone/>
              <a:defRPr sz="1626" b="1"/>
            </a:lvl7pPr>
            <a:lvl8pPr marL="3205939" indent="0">
              <a:buNone/>
              <a:defRPr sz="1626" b="1"/>
            </a:lvl8pPr>
            <a:lvl9pPr marL="3663931" indent="0">
              <a:buNone/>
              <a:defRPr sz="1626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innhold 3"/>
          <p:cNvSpPr>
            <a:spLocks noGrp="1"/>
          </p:cNvSpPr>
          <p:nvPr>
            <p:ph sz="half" idx="2"/>
          </p:nvPr>
        </p:nvSpPr>
        <p:spPr>
          <a:xfrm>
            <a:off x="609601" y="2174875"/>
            <a:ext cx="5386917" cy="3951288"/>
          </a:xfrm>
        </p:spPr>
        <p:txBody>
          <a:bodyPr/>
          <a:lstStyle>
            <a:lvl1pPr>
              <a:defRPr sz="2440"/>
            </a:lvl1pPr>
            <a:lvl2pPr>
              <a:defRPr sz="1988"/>
            </a:lvl2pPr>
            <a:lvl3pPr>
              <a:defRPr sz="1807"/>
            </a:lvl3pPr>
            <a:lvl4pPr>
              <a:defRPr sz="1626"/>
            </a:lvl4pPr>
            <a:lvl5pPr>
              <a:defRPr sz="1626"/>
            </a:lvl5pPr>
            <a:lvl6pPr>
              <a:defRPr sz="1626"/>
            </a:lvl6pPr>
            <a:lvl7pPr>
              <a:defRPr sz="1626"/>
            </a:lvl7pPr>
            <a:lvl8pPr>
              <a:defRPr sz="1626"/>
            </a:lvl8pPr>
            <a:lvl9pPr>
              <a:defRPr sz="1626"/>
            </a:lvl9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tekst 4"/>
          <p:cNvSpPr>
            <a:spLocks noGrp="1"/>
          </p:cNvSpPr>
          <p:nvPr>
            <p:ph type="body" sz="quarter" idx="3"/>
          </p:nvPr>
        </p:nvSpPr>
        <p:spPr>
          <a:xfrm>
            <a:off x="6193368" y="1535114"/>
            <a:ext cx="5389033" cy="639762"/>
          </a:xfrm>
        </p:spPr>
        <p:txBody>
          <a:bodyPr anchor="b"/>
          <a:lstStyle>
            <a:lvl1pPr marL="0" indent="0">
              <a:buNone/>
              <a:defRPr sz="2440" b="1"/>
            </a:lvl1pPr>
            <a:lvl2pPr marL="457991" indent="0">
              <a:buNone/>
              <a:defRPr sz="1988" b="1"/>
            </a:lvl2pPr>
            <a:lvl3pPr marL="915983" indent="0">
              <a:buNone/>
              <a:defRPr sz="1807" b="1"/>
            </a:lvl3pPr>
            <a:lvl4pPr marL="1373974" indent="0">
              <a:buNone/>
              <a:defRPr sz="1626" b="1"/>
            </a:lvl4pPr>
            <a:lvl5pPr marL="1831966" indent="0">
              <a:buNone/>
              <a:defRPr sz="1626" b="1"/>
            </a:lvl5pPr>
            <a:lvl6pPr marL="2289957" indent="0">
              <a:buNone/>
              <a:defRPr sz="1626" b="1"/>
            </a:lvl6pPr>
            <a:lvl7pPr marL="2747949" indent="0">
              <a:buNone/>
              <a:defRPr sz="1626" b="1"/>
            </a:lvl7pPr>
            <a:lvl8pPr marL="3205939" indent="0">
              <a:buNone/>
              <a:defRPr sz="1626" b="1"/>
            </a:lvl8pPr>
            <a:lvl9pPr marL="3663931" indent="0">
              <a:buNone/>
              <a:defRPr sz="1626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6" name="Plassholder for innhold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40"/>
            </a:lvl1pPr>
            <a:lvl2pPr>
              <a:defRPr sz="1988"/>
            </a:lvl2pPr>
            <a:lvl3pPr>
              <a:defRPr sz="1807"/>
            </a:lvl3pPr>
            <a:lvl4pPr>
              <a:defRPr sz="1626"/>
            </a:lvl4pPr>
            <a:lvl5pPr>
              <a:defRPr sz="1626"/>
            </a:lvl5pPr>
            <a:lvl6pPr>
              <a:defRPr sz="1626"/>
            </a:lvl6pPr>
            <a:lvl7pPr>
              <a:defRPr sz="1626"/>
            </a:lvl7pPr>
            <a:lvl8pPr>
              <a:defRPr sz="1626"/>
            </a:lvl8pPr>
            <a:lvl9pPr>
              <a:defRPr sz="1626"/>
            </a:lvl9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7" name="Plassholder for dato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fld id="{0BE5C52C-E847-4F08-870A-B4E0B949CFF0}" type="datetime1">
              <a:rPr lang="nb-NO" smtClean="0"/>
              <a:t>16.03.2025</a:t>
            </a:fld>
            <a:endParaRPr lang="nb-NO"/>
          </a:p>
        </p:txBody>
      </p:sp>
      <p:sp>
        <p:nvSpPr>
          <p:cNvPr id="8" name="Plassholder for bunntekst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743373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are ti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dato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fld id="{08546711-9585-43C4-9792-F44B4658A8CD}" type="datetime1">
              <a:rPr lang="nb-NO" smtClean="0"/>
              <a:t>16.03.2025</a:t>
            </a:fld>
            <a:endParaRPr lang="nb-NO"/>
          </a:p>
        </p:txBody>
      </p:sp>
      <p:sp>
        <p:nvSpPr>
          <p:cNvPr id="4" name="Plassholder for bunn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1623556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dato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fld id="{8244A8F2-65DE-4953-9612-568C3AE52378}" type="datetime1">
              <a:rPr lang="nb-NO" smtClean="0"/>
              <a:t>16.03.2025</a:t>
            </a:fld>
            <a:endParaRPr lang="nb-NO"/>
          </a:p>
        </p:txBody>
      </p:sp>
      <p:sp>
        <p:nvSpPr>
          <p:cNvPr id="3" name="Plassholder for bunn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90528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hold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1988" b="1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/>
          <p:cNvSpPr>
            <a:spLocks noGrp="1"/>
          </p:cNvSpPr>
          <p:nvPr>
            <p:ph idx="1"/>
          </p:nvPr>
        </p:nvSpPr>
        <p:spPr>
          <a:xfrm>
            <a:off x="4766734" y="273051"/>
            <a:ext cx="6815666" cy="5853113"/>
          </a:xfrm>
        </p:spPr>
        <p:txBody>
          <a:bodyPr/>
          <a:lstStyle>
            <a:lvl1pPr>
              <a:defRPr sz="3163"/>
            </a:lvl1pPr>
            <a:lvl2pPr>
              <a:defRPr sz="2801"/>
            </a:lvl2pPr>
            <a:lvl3pPr>
              <a:defRPr sz="2440"/>
            </a:lvl3pPr>
            <a:lvl4pPr>
              <a:defRPr sz="1988"/>
            </a:lvl4pPr>
            <a:lvl5pPr>
              <a:defRPr sz="1988"/>
            </a:lvl5pPr>
            <a:lvl6pPr>
              <a:defRPr sz="1988"/>
            </a:lvl6pPr>
            <a:lvl7pPr>
              <a:defRPr sz="1988"/>
            </a:lvl7pPr>
            <a:lvl8pPr>
              <a:defRPr sz="1988"/>
            </a:lvl8pPr>
            <a:lvl9pPr>
              <a:defRPr sz="1988"/>
            </a:lvl9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tekst 3"/>
          <p:cNvSpPr>
            <a:spLocks noGrp="1"/>
          </p:cNvSpPr>
          <p:nvPr>
            <p:ph type="body" sz="half" idx="2"/>
          </p:nvPr>
        </p:nvSpPr>
        <p:spPr>
          <a:xfrm>
            <a:off x="609600" y="1435101"/>
            <a:ext cx="4011084" cy="4691063"/>
          </a:xfrm>
        </p:spPr>
        <p:txBody>
          <a:bodyPr/>
          <a:lstStyle>
            <a:lvl1pPr marL="0" indent="0">
              <a:buNone/>
              <a:defRPr sz="1446"/>
            </a:lvl1pPr>
            <a:lvl2pPr marL="457991" indent="0">
              <a:buNone/>
              <a:defRPr sz="1175"/>
            </a:lvl2pPr>
            <a:lvl3pPr marL="915983" indent="0">
              <a:buNone/>
              <a:defRPr sz="994"/>
            </a:lvl3pPr>
            <a:lvl4pPr marL="1373974" indent="0">
              <a:buNone/>
              <a:defRPr sz="904"/>
            </a:lvl4pPr>
            <a:lvl5pPr marL="1831966" indent="0">
              <a:buNone/>
              <a:defRPr sz="904"/>
            </a:lvl5pPr>
            <a:lvl6pPr marL="2289957" indent="0">
              <a:buNone/>
              <a:defRPr sz="904"/>
            </a:lvl6pPr>
            <a:lvl7pPr marL="2747949" indent="0">
              <a:buNone/>
              <a:defRPr sz="904"/>
            </a:lvl7pPr>
            <a:lvl8pPr marL="3205939" indent="0">
              <a:buNone/>
              <a:defRPr sz="904"/>
            </a:lvl8pPr>
            <a:lvl9pPr marL="3663931" indent="0">
              <a:buNone/>
              <a:defRPr sz="904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fld id="{4EDE6BAE-F56C-4942-B420-4F5CAB02CA3B}" type="datetime1">
              <a:rPr lang="nb-NO" smtClean="0"/>
              <a:t>16.03.2025</a:t>
            </a:fld>
            <a:endParaRPr lang="nb-NO"/>
          </a:p>
        </p:txBody>
      </p:sp>
      <p:sp>
        <p:nvSpPr>
          <p:cNvPr id="6" name="Plassholder for bunn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149230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e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/>
          <p:cNvSpPr>
            <a:spLocks noGrp="1"/>
          </p:cNvSpPr>
          <p:nvPr>
            <p:ph type="title"/>
          </p:nvPr>
        </p:nvSpPr>
        <p:spPr>
          <a:xfrm>
            <a:off x="2389718" y="4800600"/>
            <a:ext cx="7315200" cy="566738"/>
          </a:xfrm>
        </p:spPr>
        <p:txBody>
          <a:bodyPr anchor="b"/>
          <a:lstStyle>
            <a:lvl1pPr algn="l">
              <a:defRPr sz="1988" b="1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bilde 2"/>
          <p:cNvSpPr>
            <a:spLocks noGrp="1"/>
          </p:cNvSpPr>
          <p:nvPr>
            <p:ph type="pic" idx="1"/>
          </p:nvPr>
        </p:nvSpPr>
        <p:spPr>
          <a:xfrm>
            <a:off x="2389718" y="612775"/>
            <a:ext cx="7315200" cy="4114800"/>
          </a:xfrm>
        </p:spPr>
        <p:txBody>
          <a:bodyPr/>
          <a:lstStyle>
            <a:lvl1pPr marL="0" indent="0">
              <a:buNone/>
              <a:defRPr sz="3163"/>
            </a:lvl1pPr>
            <a:lvl2pPr marL="457991" indent="0">
              <a:buNone/>
              <a:defRPr sz="2801"/>
            </a:lvl2pPr>
            <a:lvl3pPr marL="915983" indent="0">
              <a:buNone/>
              <a:defRPr sz="2440"/>
            </a:lvl3pPr>
            <a:lvl4pPr marL="1373974" indent="0">
              <a:buNone/>
              <a:defRPr sz="1988"/>
            </a:lvl4pPr>
            <a:lvl5pPr marL="1831966" indent="0">
              <a:buNone/>
              <a:defRPr sz="1988"/>
            </a:lvl5pPr>
            <a:lvl6pPr marL="2289957" indent="0">
              <a:buNone/>
              <a:defRPr sz="1988"/>
            </a:lvl6pPr>
            <a:lvl7pPr marL="2747949" indent="0">
              <a:buNone/>
              <a:defRPr sz="1988"/>
            </a:lvl7pPr>
            <a:lvl8pPr marL="3205939" indent="0">
              <a:buNone/>
              <a:defRPr sz="1988"/>
            </a:lvl8pPr>
            <a:lvl9pPr marL="3663931" indent="0">
              <a:buNone/>
              <a:defRPr sz="1988"/>
            </a:lvl9pPr>
          </a:lstStyle>
          <a:p>
            <a:pPr lvl="0"/>
            <a:r>
              <a:rPr lang="nb-NO" noProof="0"/>
              <a:t>Klikk ikonet for å legge til et bilde</a:t>
            </a:r>
          </a:p>
        </p:txBody>
      </p:sp>
      <p:sp>
        <p:nvSpPr>
          <p:cNvPr id="4" name="Plassholder for tekst 3"/>
          <p:cNvSpPr>
            <a:spLocks noGrp="1"/>
          </p:cNvSpPr>
          <p:nvPr>
            <p:ph type="body" sz="half" idx="2"/>
          </p:nvPr>
        </p:nvSpPr>
        <p:spPr>
          <a:xfrm>
            <a:off x="2389718" y="5367338"/>
            <a:ext cx="7315200" cy="804862"/>
          </a:xfrm>
        </p:spPr>
        <p:txBody>
          <a:bodyPr/>
          <a:lstStyle>
            <a:lvl1pPr marL="0" indent="0">
              <a:buNone/>
              <a:defRPr sz="1446"/>
            </a:lvl1pPr>
            <a:lvl2pPr marL="457991" indent="0">
              <a:buNone/>
              <a:defRPr sz="1175"/>
            </a:lvl2pPr>
            <a:lvl3pPr marL="915983" indent="0">
              <a:buNone/>
              <a:defRPr sz="994"/>
            </a:lvl3pPr>
            <a:lvl4pPr marL="1373974" indent="0">
              <a:buNone/>
              <a:defRPr sz="904"/>
            </a:lvl4pPr>
            <a:lvl5pPr marL="1831966" indent="0">
              <a:buNone/>
              <a:defRPr sz="904"/>
            </a:lvl5pPr>
            <a:lvl6pPr marL="2289957" indent="0">
              <a:buNone/>
              <a:defRPr sz="904"/>
            </a:lvl6pPr>
            <a:lvl7pPr marL="2747949" indent="0">
              <a:buNone/>
              <a:defRPr sz="904"/>
            </a:lvl7pPr>
            <a:lvl8pPr marL="3205939" indent="0">
              <a:buNone/>
              <a:defRPr sz="904"/>
            </a:lvl8pPr>
            <a:lvl9pPr marL="3663931" indent="0">
              <a:buNone/>
              <a:defRPr sz="904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fld id="{E128A937-33FA-4D28-B98A-1677EEB92DD7}" type="datetime1">
              <a:rPr lang="nb-NO" smtClean="0"/>
              <a:t>16.03.2025</a:t>
            </a:fld>
            <a:endParaRPr lang="nb-NO"/>
          </a:p>
        </p:txBody>
      </p:sp>
      <p:sp>
        <p:nvSpPr>
          <p:cNvPr id="6" name="Plassholder for bunn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235693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Loddret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fld id="{E60FCEAD-6EE7-4B80-8580-7DF25870E10D}" type="datetime1">
              <a:rPr lang="nb-NO" smtClean="0"/>
              <a:t>16.03.2025</a:t>
            </a:fld>
            <a:endParaRPr lang="nb-NO"/>
          </a:p>
        </p:txBody>
      </p:sp>
      <p:sp>
        <p:nvSpPr>
          <p:cNvPr id="5" name="Plassholder for bunn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910840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drett tit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drett tittel 1"/>
          <p:cNvSpPr>
            <a:spLocks noGrp="1"/>
          </p:cNvSpPr>
          <p:nvPr>
            <p:ph type="title" orient="vert"/>
          </p:nvPr>
        </p:nvSpPr>
        <p:spPr>
          <a:xfrm>
            <a:off x="9080500" y="1258889"/>
            <a:ext cx="2626783" cy="4941887"/>
          </a:xfrm>
        </p:spPr>
        <p:txBody>
          <a:bodyPr vert="eaVert"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/>
          <p:cNvSpPr>
            <a:spLocks noGrp="1"/>
          </p:cNvSpPr>
          <p:nvPr>
            <p:ph type="body" orient="vert" idx="1"/>
          </p:nvPr>
        </p:nvSpPr>
        <p:spPr>
          <a:xfrm>
            <a:off x="1198034" y="1258889"/>
            <a:ext cx="7679266" cy="4941887"/>
          </a:xfrm>
        </p:spPr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fld id="{5065D2B5-941E-4B7D-ADB1-A87600E27D1E}" type="datetime1">
              <a:rPr lang="nb-NO" smtClean="0"/>
              <a:t>16.03.2025</a:t>
            </a:fld>
            <a:endParaRPr lang="nb-NO"/>
          </a:p>
        </p:txBody>
      </p:sp>
      <p:sp>
        <p:nvSpPr>
          <p:cNvPr id="5" name="Plassholder for bunn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5075895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innhold 1"/>
          <p:cNvSpPr>
            <a:spLocks noGrp="1"/>
          </p:cNvSpPr>
          <p:nvPr>
            <p:ph/>
          </p:nvPr>
        </p:nvSpPr>
        <p:spPr>
          <a:xfrm>
            <a:off x="1198034" y="1258889"/>
            <a:ext cx="10509251" cy="4941887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3" name="Plassholder for dato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fld id="{3D95F961-8DA7-4DE9-910D-321F57B09CBB}" type="datetime1">
              <a:rPr lang="nb-NO" smtClean="0"/>
              <a:t>16.03.2025</a:t>
            </a:fld>
            <a:endParaRPr lang="nb-NO"/>
          </a:p>
        </p:txBody>
      </p:sp>
      <p:sp>
        <p:nvSpPr>
          <p:cNvPr id="4" name="Plassholder for bunntekst 3"/>
          <p:cNvSpPr>
            <a:spLocks noGrp="1"/>
          </p:cNvSpPr>
          <p:nvPr>
            <p:ph type="ftr" sz="quarter" idx="11"/>
          </p:nvPr>
        </p:nvSpPr>
        <p:spPr>
          <a:xfrm>
            <a:off x="6807201" y="6567488"/>
            <a:ext cx="4889500" cy="179387"/>
          </a:xfrm>
        </p:spPr>
        <p:txBody>
          <a:bodyPr/>
          <a:lstStyle>
            <a:lvl1pPr>
              <a:defRPr smtClean="0"/>
            </a:lvl1pPr>
          </a:lstStyle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6165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23D0ABA5-A231-4A57-884C-6077CC69096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233848074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6" imgW="415" imgH="416" progId="TCLayout.ActiveDocument.1">
                  <p:embed/>
                </p:oleObj>
              </mc:Choice>
              <mc:Fallback>
                <p:oleObj name="think-cell Slide" r:id="rId16" imgW="415" imgH="41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23D0ABA5-A231-4A57-884C-6077CC69096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402B26C9-87BD-4E7D-90BE-ACCF4A7F8416}"/>
              </a:ext>
            </a:extLst>
          </p:cNvPr>
          <p:cNvSpPr/>
          <p:nvPr userDrawn="1">
            <p:custDataLst>
              <p:tags r:id="rId15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spcCol="0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b-NO" sz="3614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Geneva"/>
              <a:cs typeface="+mj-cs"/>
              <a:sym typeface="Arial" panose="020B0604020202020204" pitchFamily="34" charset="0"/>
            </a:endParaRPr>
          </a:p>
        </p:txBody>
      </p:sp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198035" y="488157"/>
            <a:ext cx="8791786" cy="539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b-NO" noProof="0"/>
              <a:t>Klikk for å redigere tittelstil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198034" y="1546866"/>
            <a:ext cx="10509251" cy="46539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b-NO" noProof="0"/>
              <a:t>Klikk for å redigere tekststiler i malen</a:t>
            </a:r>
          </a:p>
          <a:p>
            <a:pPr lvl="1"/>
            <a:r>
              <a:rPr lang="nb-NO" noProof="0"/>
              <a:t>Andre nivå</a:t>
            </a:r>
          </a:p>
          <a:p>
            <a:pPr lvl="2"/>
            <a:r>
              <a:rPr lang="nb-NO" noProof="0"/>
              <a:t>Tredje nivå</a:t>
            </a:r>
          </a:p>
          <a:p>
            <a:pPr lvl="3"/>
            <a:r>
              <a:rPr lang="nb-NO" noProof="0"/>
              <a:t>Fjerde nivå</a:t>
            </a:r>
          </a:p>
          <a:p>
            <a:pPr lvl="4"/>
            <a:r>
              <a:rPr lang="nb-NO" noProof="0"/>
              <a:t>Femte nivå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78366" y="6567488"/>
            <a:ext cx="2540000" cy="179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>
              <a:defRPr sz="994" dirty="0" smtClean="0">
                <a:solidFill>
                  <a:srgbClr val="3F2163"/>
                </a:solidFill>
              </a:defRPr>
            </a:lvl1pPr>
          </a:lstStyle>
          <a:p>
            <a:fld id="{9CF42E3F-864A-4751-8F4A-2BC098A71236}" type="datetime1">
              <a:rPr lang="nb-NO" noProof="0" smtClean="0"/>
              <a:t>16.03.2025</a:t>
            </a:fld>
            <a:endParaRPr lang="nb-NO" noProof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7334251" y="6567489"/>
            <a:ext cx="4362449" cy="290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r" eaLnBrk="1">
              <a:defRPr sz="994" dirty="0" err="1" smtClean="0">
                <a:solidFill>
                  <a:srgbClr val="3F2163"/>
                </a:solidFill>
              </a:defRPr>
            </a:lvl1pPr>
          </a:lstStyle>
          <a:p>
            <a:endParaRPr lang="nb-NO" noProof="0"/>
          </a:p>
        </p:txBody>
      </p:sp>
      <p:sp>
        <p:nvSpPr>
          <p:cNvPr id="1031" name="Line 7"/>
          <p:cNvSpPr>
            <a:spLocks noChangeShapeType="1"/>
          </p:cNvSpPr>
          <p:nvPr/>
        </p:nvSpPr>
        <p:spPr bwMode="auto">
          <a:xfrm>
            <a:off x="478367" y="358775"/>
            <a:ext cx="11228918" cy="0"/>
          </a:xfrm>
          <a:prstGeom prst="line">
            <a:avLst/>
          </a:prstGeom>
          <a:noFill/>
          <a:ln w="9525">
            <a:solidFill>
              <a:srgbClr val="CD292B"/>
            </a:solidFill>
            <a:prstDash val="dash"/>
            <a:round/>
            <a:headEnd/>
            <a:tailEnd/>
          </a:ln>
        </p:spPr>
        <p:txBody>
          <a:bodyPr wrap="none" lIns="91596" tIns="45798" rIns="91596" bIns="45798" anchor="ctr"/>
          <a:lstStyle/>
          <a:p>
            <a:pPr eaLnBrk="1">
              <a:defRPr/>
            </a:pPr>
            <a:endParaRPr lang="nb-NO" sz="1626" noProof="0"/>
          </a:p>
        </p:txBody>
      </p:sp>
      <p:sp>
        <p:nvSpPr>
          <p:cNvPr id="1032" name="Line 8"/>
          <p:cNvSpPr>
            <a:spLocks noChangeShapeType="1"/>
          </p:cNvSpPr>
          <p:nvPr/>
        </p:nvSpPr>
        <p:spPr bwMode="auto">
          <a:xfrm>
            <a:off x="478367" y="6494463"/>
            <a:ext cx="11228918" cy="0"/>
          </a:xfrm>
          <a:prstGeom prst="line">
            <a:avLst/>
          </a:prstGeom>
          <a:noFill/>
          <a:ln w="9525">
            <a:solidFill>
              <a:srgbClr val="CD292B"/>
            </a:solidFill>
            <a:prstDash val="dash"/>
            <a:round/>
            <a:headEnd/>
            <a:tailEnd/>
          </a:ln>
        </p:spPr>
        <p:txBody>
          <a:bodyPr wrap="none" lIns="91596" tIns="45798" rIns="91596" bIns="45798" anchor="ctr"/>
          <a:lstStyle/>
          <a:p>
            <a:pPr eaLnBrk="1">
              <a:defRPr/>
            </a:pPr>
            <a:endParaRPr lang="nb-NO" sz="1626" noProof="0"/>
          </a:p>
        </p:txBody>
      </p:sp>
      <p:pic>
        <p:nvPicPr>
          <p:cNvPr id="2" name="Picture 10" descr="Proventus_logo"/>
          <p:cNvPicPr>
            <a:picLocks noChangeAspect="1" noChangeArrowheads="1"/>
          </p:cNvPicPr>
          <p:nvPr/>
        </p:nvPicPr>
        <p:blipFill>
          <a:blip r:embed="rId18" cstate="print"/>
          <a:srcRect/>
          <a:stretch>
            <a:fillRect/>
          </a:stretch>
        </p:blipFill>
        <p:spPr bwMode="auto">
          <a:xfrm>
            <a:off x="10058400" y="563564"/>
            <a:ext cx="1640417" cy="388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Plassholder for lysbildenummer 8"/>
          <p:cNvSpPr>
            <a:spLocks noGrp="1"/>
          </p:cNvSpPr>
          <p:nvPr>
            <p:ph type="sldNum" sz="quarter" idx="4"/>
          </p:nvPr>
        </p:nvSpPr>
        <p:spPr>
          <a:xfrm>
            <a:off x="4000500" y="6572251"/>
            <a:ext cx="2844800" cy="285750"/>
          </a:xfrm>
          <a:prstGeom prst="rect">
            <a:avLst/>
          </a:prstGeom>
        </p:spPr>
        <p:txBody>
          <a:bodyPr vert="horz" lIns="101370" tIns="50685" rIns="101370" bIns="50685" rtlCol="0" anchor="ctr"/>
          <a:lstStyle>
            <a:lvl1pPr algn="r">
              <a:defRPr sz="1084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56F9C9-EA0D-40A4-B0BE-2969A3450B47}" type="slidenum">
              <a:rPr lang="nb-NO" noProof="0" smtClean="0"/>
              <a:pPr/>
              <a:t>‹#›</a:t>
            </a:fld>
            <a:endParaRPr lang="nb-NO" noProof="0"/>
          </a:p>
        </p:txBody>
      </p:sp>
    </p:spTree>
    <p:extLst>
      <p:ext uri="{BB962C8B-B14F-4D97-AF65-F5344CB8AC3E}">
        <p14:creationId xmlns:p14="http://schemas.microsoft.com/office/powerpoint/2010/main" val="3093271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614" b="1">
          <a:solidFill>
            <a:srgbClr val="3F2163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14" b="1">
          <a:solidFill>
            <a:srgbClr val="3F2163"/>
          </a:solidFill>
          <a:latin typeface="Arial" charset="0"/>
          <a:ea typeface="Geneva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14" b="1">
          <a:solidFill>
            <a:srgbClr val="3F2163"/>
          </a:solidFill>
          <a:latin typeface="Arial" charset="0"/>
          <a:ea typeface="Geneva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14" b="1">
          <a:solidFill>
            <a:srgbClr val="3F2163"/>
          </a:solidFill>
          <a:latin typeface="Arial" charset="0"/>
          <a:ea typeface="Geneva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14" b="1">
          <a:solidFill>
            <a:srgbClr val="3F2163"/>
          </a:solidFill>
          <a:latin typeface="Arial" charset="0"/>
          <a:ea typeface="Geneva" charset="-128"/>
        </a:defRPr>
      </a:lvl5pPr>
      <a:lvl6pPr marL="457991" algn="l" rtl="0" eaLnBrk="1" fontAlgn="base" hangingPunct="1">
        <a:spcBef>
          <a:spcPct val="0"/>
        </a:spcBef>
        <a:spcAft>
          <a:spcPct val="0"/>
        </a:spcAft>
        <a:defRPr sz="3614" b="1">
          <a:solidFill>
            <a:srgbClr val="3F2163"/>
          </a:solidFill>
          <a:latin typeface="Arial" charset="0"/>
          <a:ea typeface="Geneva" charset="-128"/>
        </a:defRPr>
      </a:lvl6pPr>
      <a:lvl7pPr marL="915983" algn="l" rtl="0" eaLnBrk="1" fontAlgn="base" hangingPunct="1">
        <a:spcBef>
          <a:spcPct val="0"/>
        </a:spcBef>
        <a:spcAft>
          <a:spcPct val="0"/>
        </a:spcAft>
        <a:defRPr sz="3614" b="1">
          <a:solidFill>
            <a:srgbClr val="3F2163"/>
          </a:solidFill>
          <a:latin typeface="Arial" charset="0"/>
          <a:ea typeface="Geneva" charset="-128"/>
        </a:defRPr>
      </a:lvl7pPr>
      <a:lvl8pPr marL="1373974" algn="l" rtl="0" eaLnBrk="1" fontAlgn="base" hangingPunct="1">
        <a:spcBef>
          <a:spcPct val="0"/>
        </a:spcBef>
        <a:spcAft>
          <a:spcPct val="0"/>
        </a:spcAft>
        <a:defRPr sz="3614" b="1">
          <a:solidFill>
            <a:srgbClr val="3F2163"/>
          </a:solidFill>
          <a:latin typeface="Arial" charset="0"/>
          <a:ea typeface="Geneva" charset="-128"/>
        </a:defRPr>
      </a:lvl8pPr>
      <a:lvl9pPr marL="1831966" algn="l" rtl="0" eaLnBrk="1" fontAlgn="base" hangingPunct="1">
        <a:spcBef>
          <a:spcPct val="0"/>
        </a:spcBef>
        <a:spcAft>
          <a:spcPct val="0"/>
        </a:spcAft>
        <a:defRPr sz="3614" b="1">
          <a:solidFill>
            <a:srgbClr val="3F2163"/>
          </a:solidFill>
          <a:latin typeface="Arial" charset="0"/>
          <a:ea typeface="Geneva" charset="-128"/>
        </a:defRPr>
      </a:lvl9pPr>
    </p:titleStyle>
    <p:bodyStyle>
      <a:lvl1pPr marL="279884" indent="-279884" algn="l" rtl="0" eaLnBrk="1" fontAlgn="base" hangingPunct="1">
        <a:spcBef>
          <a:spcPct val="30000"/>
        </a:spcBef>
        <a:spcAft>
          <a:spcPct val="0"/>
        </a:spcAft>
        <a:buClr>
          <a:srgbClr val="CD292B"/>
        </a:buClr>
        <a:buChar char="&gt;"/>
        <a:defRPr sz="3163">
          <a:solidFill>
            <a:srgbClr val="3F2163"/>
          </a:solidFill>
          <a:latin typeface="+mn-lt"/>
          <a:ea typeface="+mn-ea"/>
          <a:cs typeface="+mn-cs"/>
        </a:defRPr>
      </a:lvl1pPr>
      <a:lvl2pPr marL="585211" indent="-241718" algn="l" rtl="0" eaLnBrk="1" fontAlgn="base" hangingPunct="1">
        <a:spcBef>
          <a:spcPct val="30000"/>
        </a:spcBef>
        <a:spcAft>
          <a:spcPct val="0"/>
        </a:spcAft>
        <a:buClr>
          <a:srgbClr val="CD292B"/>
        </a:buClr>
        <a:buChar char="&gt;"/>
        <a:defRPr sz="2440">
          <a:solidFill>
            <a:srgbClr val="3F2163"/>
          </a:solidFill>
          <a:latin typeface="+mn-lt"/>
          <a:ea typeface="+mn-ea"/>
        </a:defRPr>
      </a:lvl2pPr>
      <a:lvl3pPr marL="839651" indent="-216274" algn="l" rtl="0" eaLnBrk="1" fontAlgn="base" hangingPunct="1">
        <a:spcBef>
          <a:spcPct val="30000"/>
        </a:spcBef>
        <a:spcAft>
          <a:spcPct val="0"/>
        </a:spcAft>
        <a:buClr>
          <a:srgbClr val="CD292B"/>
        </a:buClr>
        <a:buChar char="&gt;"/>
        <a:defRPr sz="1988">
          <a:solidFill>
            <a:srgbClr val="3F2163"/>
          </a:solidFill>
          <a:latin typeface="+mn-lt"/>
          <a:ea typeface="+mn-ea"/>
        </a:defRPr>
      </a:lvl3pPr>
      <a:lvl4pPr marL="1068646" indent="-178108" algn="l" rtl="0" eaLnBrk="1" fontAlgn="base" hangingPunct="1">
        <a:spcBef>
          <a:spcPct val="30000"/>
        </a:spcBef>
        <a:spcAft>
          <a:spcPct val="0"/>
        </a:spcAft>
        <a:buClr>
          <a:srgbClr val="CD292B"/>
        </a:buClr>
        <a:buChar char="&gt;"/>
        <a:defRPr sz="1626">
          <a:solidFill>
            <a:srgbClr val="3F2163"/>
          </a:solidFill>
          <a:latin typeface="+mn-lt"/>
          <a:ea typeface="+mn-ea"/>
        </a:defRPr>
      </a:lvl4pPr>
      <a:lvl5pPr marL="1272198" indent="-178108" algn="l" rtl="0" eaLnBrk="1" fontAlgn="base" hangingPunct="1">
        <a:spcBef>
          <a:spcPct val="30000"/>
        </a:spcBef>
        <a:spcAft>
          <a:spcPct val="0"/>
        </a:spcAft>
        <a:buClr>
          <a:srgbClr val="CD292B"/>
        </a:buClr>
        <a:buChar char="&gt;"/>
        <a:defRPr sz="1626">
          <a:solidFill>
            <a:srgbClr val="3F2163"/>
          </a:solidFill>
          <a:latin typeface="+mn-lt"/>
          <a:ea typeface="+mn-ea"/>
        </a:defRPr>
      </a:lvl5pPr>
      <a:lvl6pPr marL="1730190" indent="-178108" algn="l" rtl="0" eaLnBrk="1" fontAlgn="base" hangingPunct="1">
        <a:spcBef>
          <a:spcPct val="30000"/>
        </a:spcBef>
        <a:spcAft>
          <a:spcPct val="0"/>
        </a:spcAft>
        <a:buClr>
          <a:srgbClr val="CD292B"/>
        </a:buClr>
        <a:buChar char="&gt;"/>
        <a:defRPr sz="1626">
          <a:solidFill>
            <a:srgbClr val="3F2163"/>
          </a:solidFill>
          <a:latin typeface="+mn-lt"/>
          <a:ea typeface="+mn-ea"/>
        </a:defRPr>
      </a:lvl6pPr>
      <a:lvl7pPr marL="2188181" indent="-178108" algn="l" rtl="0" eaLnBrk="1" fontAlgn="base" hangingPunct="1">
        <a:spcBef>
          <a:spcPct val="30000"/>
        </a:spcBef>
        <a:spcAft>
          <a:spcPct val="0"/>
        </a:spcAft>
        <a:buClr>
          <a:srgbClr val="CD292B"/>
        </a:buClr>
        <a:buChar char="&gt;"/>
        <a:defRPr sz="1626">
          <a:solidFill>
            <a:srgbClr val="3F2163"/>
          </a:solidFill>
          <a:latin typeface="+mn-lt"/>
          <a:ea typeface="+mn-ea"/>
        </a:defRPr>
      </a:lvl7pPr>
      <a:lvl8pPr marL="2646173" indent="-178108" algn="l" rtl="0" eaLnBrk="1" fontAlgn="base" hangingPunct="1">
        <a:spcBef>
          <a:spcPct val="30000"/>
        </a:spcBef>
        <a:spcAft>
          <a:spcPct val="0"/>
        </a:spcAft>
        <a:buClr>
          <a:srgbClr val="CD292B"/>
        </a:buClr>
        <a:buChar char="&gt;"/>
        <a:defRPr sz="1626">
          <a:solidFill>
            <a:srgbClr val="3F2163"/>
          </a:solidFill>
          <a:latin typeface="+mn-lt"/>
          <a:ea typeface="+mn-ea"/>
        </a:defRPr>
      </a:lvl8pPr>
      <a:lvl9pPr marL="3104164" indent="-178108" algn="l" rtl="0" eaLnBrk="1" fontAlgn="base" hangingPunct="1">
        <a:spcBef>
          <a:spcPct val="30000"/>
        </a:spcBef>
        <a:spcAft>
          <a:spcPct val="0"/>
        </a:spcAft>
        <a:buClr>
          <a:srgbClr val="CD292B"/>
        </a:buClr>
        <a:buChar char="&gt;"/>
        <a:defRPr sz="1626">
          <a:solidFill>
            <a:srgbClr val="3F2163"/>
          </a:solidFill>
          <a:latin typeface="+mn-lt"/>
          <a:ea typeface="+mn-ea"/>
        </a:defRPr>
      </a:lvl9pPr>
    </p:bodyStyle>
    <p:otherStyle>
      <a:defPPr>
        <a:defRPr lang="nb-NO"/>
      </a:defPPr>
      <a:lvl1pPr marL="0" algn="l" defTabSz="915983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1pPr>
      <a:lvl2pPr marL="457991" algn="l" defTabSz="915983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2pPr>
      <a:lvl3pPr marL="915983" algn="l" defTabSz="915983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3pPr>
      <a:lvl4pPr marL="1373974" algn="l" defTabSz="915983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4pPr>
      <a:lvl5pPr marL="1831966" algn="l" defTabSz="915983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5pPr>
      <a:lvl6pPr marL="2289957" algn="l" defTabSz="915983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6pPr>
      <a:lvl7pPr marL="2747949" algn="l" defTabSz="915983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7pPr>
      <a:lvl8pPr marL="3205939" algn="l" defTabSz="915983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8pPr>
      <a:lvl9pPr marL="3663931" algn="l" defTabSz="915983" rtl="0" eaLnBrk="1" latinLnBrk="0" hangingPunct="1">
        <a:defRPr sz="180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s.sencha.com/extjs/7.7.0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hyperlink" Target="https://examples.sencha.com/extjs/7.7.0/examples/admin-dashboard/#dashboard" TargetMode="External"/><Relationship Id="rId4" Type="http://schemas.openxmlformats.org/officeDocument/2006/relationships/hyperlink" Target="https://examples.sencha.com/coworkee/#history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s.sencha.com/extjs/7.7.0/examples/kitchensink/#al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fiddle.sencha.com/" TargetMode="External"/><Relationship Id="rId4" Type="http://schemas.openxmlformats.org/officeDocument/2006/relationships/hyperlink" Target="https://www.sencha.com/resources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JP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E1EE1A7-115B-C27C-AFEE-F1CB4DA47820}"/>
              </a:ext>
            </a:extLst>
          </p:cNvPr>
          <p:cNvSpPr txBox="1"/>
          <p:nvPr/>
        </p:nvSpPr>
        <p:spPr>
          <a:xfrm>
            <a:off x="4453910" y="3063078"/>
            <a:ext cx="1926596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nb-NO" b="1" dirty="0" err="1"/>
              <a:t>Openedge</a:t>
            </a:r>
            <a:r>
              <a:rPr lang="nb-NO" b="1" dirty="0"/>
              <a:t> AI 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7480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es-ES" sz="3600" dirty="0" err="1">
                <a:cs typeface="Arial"/>
              </a:rPr>
              <a:t>Openedge</a:t>
            </a:r>
            <a:r>
              <a:rPr lang="es-ES" sz="3600" dirty="0">
                <a:cs typeface="Arial"/>
              </a:rPr>
              <a:t> AI </a:t>
            </a:r>
          </a:p>
        </p:txBody>
      </p:sp>
      <p:sp>
        <p:nvSpPr>
          <p:cNvPr id="6" name="Plassholder for innhold 2">
            <a:extLst>
              <a:ext uri="{FF2B5EF4-FFF2-40B4-BE49-F238E27FC236}">
                <a16:creationId xmlns:a16="http://schemas.microsoft.com/office/drawing/2014/main" id="{73DDC9A0-FCD4-7C6E-8D3C-521C169A70A3}"/>
              </a:ext>
            </a:extLst>
          </p:cNvPr>
          <p:cNvSpPr txBox="1">
            <a:spLocks/>
          </p:cNvSpPr>
          <p:nvPr/>
        </p:nvSpPr>
        <p:spPr>
          <a:xfrm>
            <a:off x="989351" y="1712686"/>
            <a:ext cx="10268262" cy="4133478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79884" indent="-27988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3163">
                <a:solidFill>
                  <a:srgbClr val="3F2163"/>
                </a:solidFill>
                <a:latin typeface="+mn-lt"/>
                <a:ea typeface="+mn-ea"/>
                <a:cs typeface="+mn-cs"/>
              </a:defRPr>
            </a:lvl1pPr>
            <a:lvl2pPr marL="585211" indent="-24171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2440">
                <a:solidFill>
                  <a:srgbClr val="3F2163"/>
                </a:solidFill>
                <a:latin typeface="+mn-lt"/>
                <a:ea typeface="+mn-ea"/>
              </a:defRPr>
            </a:lvl2pPr>
            <a:lvl3pPr marL="839651" indent="-21627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988">
                <a:solidFill>
                  <a:srgbClr val="3F2163"/>
                </a:solidFill>
                <a:latin typeface="+mn-lt"/>
                <a:ea typeface="+mn-ea"/>
              </a:defRPr>
            </a:lvl3pPr>
            <a:lvl4pPr marL="1068646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4pPr>
            <a:lvl5pPr marL="1272198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5pPr>
            <a:lvl6pPr marL="1730190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6pPr>
            <a:lvl7pPr marL="2188181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7pPr>
            <a:lvl8pPr marL="2646173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8pPr>
            <a:lvl9pPr marL="3104164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9pPr>
          </a:lstStyle>
          <a:p>
            <a:pPr marL="279400" indent="-279400"/>
            <a:r>
              <a:rPr lang="nb-NO" sz="3150" kern="0" noProof="1">
                <a:cs typeface="Arial"/>
              </a:rPr>
              <a:t>Hva tenker vi om AI i Openedge  </a:t>
            </a:r>
          </a:p>
          <a:p>
            <a:pPr marL="279400" indent="-279400"/>
            <a:r>
              <a:rPr lang="nb-NO" sz="3150" kern="0" noProof="1"/>
              <a:t>Hvordan kan dette gjøres ?   </a:t>
            </a:r>
            <a:endParaRPr lang="nb-NO" sz="3150" kern="0" noProof="1">
              <a:cs typeface="Arial"/>
            </a:endParaRPr>
          </a:p>
          <a:p>
            <a:pPr marL="584835" lvl="1" indent="-241300">
              <a:buFont typeface="Courier New"/>
              <a:buChar char="o"/>
            </a:pPr>
            <a:r>
              <a:rPr lang="nb-NO" sz="2400" kern="0" noProof="1">
                <a:cs typeface="Arial"/>
              </a:rPr>
              <a:t>Intigrere med andre produkter, eventuelt hvilke ? </a:t>
            </a:r>
          </a:p>
          <a:p>
            <a:pPr marL="279400" indent="-279400"/>
            <a:r>
              <a:rPr lang="nb-NO" sz="3200" kern="0" noProof="1"/>
              <a:t>Hva mener vi AI kan gi oss mht. Databasen?</a:t>
            </a:r>
            <a:endParaRPr lang="en-US" sz="3200" kern="0" noProof="1">
              <a:solidFill>
                <a:srgbClr val="000000"/>
              </a:solidFill>
            </a:endParaRPr>
          </a:p>
          <a:p>
            <a:pPr marL="584835" lvl="1" indent="-241300">
              <a:buFont typeface="Courier New"/>
              <a:buChar char="o"/>
            </a:pPr>
            <a:r>
              <a:rPr lang="nb-NO" sz="2450" kern="0" noProof="1">
                <a:cs typeface="Arial"/>
              </a:rPr>
              <a:t>Query/Chat </a:t>
            </a:r>
          </a:p>
          <a:p>
            <a:pPr marL="584835" lvl="1" indent="-241300">
              <a:buFont typeface="Courier New"/>
              <a:buChar char="o"/>
            </a:pPr>
            <a:r>
              <a:rPr lang="nb-NO" sz="2450" kern="0" noProof="1">
                <a:cs typeface="Arial"/>
              </a:rPr>
              <a:t>Diagramer/Dashboards </a:t>
            </a:r>
          </a:p>
          <a:p>
            <a:pPr marL="584835" lvl="1" indent="-241300">
              <a:buFont typeface="Courier New"/>
              <a:buChar char="o"/>
            </a:pPr>
            <a:r>
              <a:rPr lang="nb-NO" sz="2450" kern="0" noProof="1">
                <a:cs typeface="Arial"/>
              </a:rPr>
              <a:t>Automatisering / workflow</a:t>
            </a:r>
          </a:p>
          <a:p>
            <a:pPr marL="0" indent="0">
              <a:buNone/>
            </a:pPr>
            <a:endParaRPr lang="en-US" sz="3200" kern="0" noProof="1">
              <a:solidFill>
                <a:srgbClr val="000000"/>
              </a:solidFill>
              <a:cs typeface="Arial"/>
            </a:endParaRPr>
          </a:p>
          <a:p>
            <a:pPr marL="0" indent="0">
              <a:buNone/>
            </a:pPr>
            <a:endParaRPr lang="nb-NO" sz="3150" kern="0" noProof="1">
              <a:cs typeface="Arial"/>
            </a:endParaRPr>
          </a:p>
          <a:p>
            <a:pPr marL="0" indent="0">
              <a:buNone/>
            </a:pPr>
            <a:endParaRPr lang="nb-NO" sz="3150" kern="0" noProof="1">
              <a:cs typeface="Arial"/>
            </a:endParaRPr>
          </a:p>
          <a:p>
            <a:pPr marL="0" indent="0">
              <a:buNone/>
            </a:pPr>
            <a:endParaRPr lang="nb-NO" sz="3150" kern="0" noProof="1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83333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es-ES" sz="3600" dirty="0" err="1"/>
              <a:t>Workflow</a:t>
            </a:r>
            <a:r>
              <a:rPr lang="es-ES" sz="3600" dirty="0"/>
              <a:t> / automatisering 	</a:t>
            </a:r>
          </a:p>
        </p:txBody>
      </p:sp>
      <p:sp>
        <p:nvSpPr>
          <p:cNvPr id="6" name="Plassholder for innhold 2">
            <a:extLst>
              <a:ext uri="{FF2B5EF4-FFF2-40B4-BE49-F238E27FC236}">
                <a16:creationId xmlns:a16="http://schemas.microsoft.com/office/drawing/2014/main" id="{73DDC9A0-FCD4-7C6E-8D3C-521C169A70A3}"/>
              </a:ext>
            </a:extLst>
          </p:cNvPr>
          <p:cNvSpPr txBox="1">
            <a:spLocks/>
          </p:cNvSpPr>
          <p:nvPr/>
        </p:nvSpPr>
        <p:spPr>
          <a:xfrm>
            <a:off x="989351" y="1712686"/>
            <a:ext cx="10268262" cy="2445657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79884" indent="-27988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3163">
                <a:solidFill>
                  <a:srgbClr val="3F2163"/>
                </a:solidFill>
                <a:latin typeface="+mn-lt"/>
                <a:ea typeface="+mn-ea"/>
                <a:cs typeface="+mn-cs"/>
              </a:defRPr>
            </a:lvl1pPr>
            <a:lvl2pPr marL="585211" indent="-24171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2440">
                <a:solidFill>
                  <a:srgbClr val="3F2163"/>
                </a:solidFill>
                <a:latin typeface="+mn-lt"/>
                <a:ea typeface="+mn-ea"/>
              </a:defRPr>
            </a:lvl2pPr>
            <a:lvl3pPr marL="839651" indent="-21627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988">
                <a:solidFill>
                  <a:srgbClr val="3F2163"/>
                </a:solidFill>
                <a:latin typeface="+mn-lt"/>
                <a:ea typeface="+mn-ea"/>
              </a:defRPr>
            </a:lvl3pPr>
            <a:lvl4pPr marL="1068646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4pPr>
            <a:lvl5pPr marL="1272198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5pPr>
            <a:lvl6pPr marL="1730190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6pPr>
            <a:lvl7pPr marL="2188181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7pPr>
            <a:lvl8pPr marL="2646173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8pPr>
            <a:lvl9pPr marL="3104164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9pPr>
          </a:lstStyle>
          <a:p>
            <a:pPr marL="279400" indent="-279400"/>
            <a:r>
              <a:rPr lang="nb-NO" sz="3150" kern="0" dirty="0" err="1">
                <a:ea typeface="+mn-lt"/>
                <a:cs typeface="+mn-lt"/>
              </a:rPr>
              <a:t>Workflow</a:t>
            </a:r>
            <a:r>
              <a:rPr lang="nb-NO" sz="3150" kern="0" dirty="0">
                <a:ea typeface="+mn-lt"/>
                <a:cs typeface="+mn-lt"/>
              </a:rPr>
              <a:t>-automatisering har utviklet seg betydelig over tid. Tidlige løsninger var ofte komplekse og krevde omfattende teknisk kunnskap. Med fremveksten av lavkode- og </a:t>
            </a:r>
            <a:r>
              <a:rPr lang="nb-NO" sz="3150" kern="0" dirty="0" err="1">
                <a:ea typeface="+mn-lt"/>
                <a:cs typeface="+mn-lt"/>
              </a:rPr>
              <a:t>no</a:t>
            </a:r>
            <a:r>
              <a:rPr lang="nb-NO" sz="3150" kern="0" dirty="0">
                <a:ea typeface="+mn-lt"/>
                <a:cs typeface="+mn-lt"/>
              </a:rPr>
              <a:t>-</a:t>
            </a:r>
            <a:r>
              <a:rPr lang="nb-NO" sz="3150" kern="0" dirty="0" err="1">
                <a:ea typeface="+mn-lt"/>
                <a:cs typeface="+mn-lt"/>
              </a:rPr>
              <a:t>code</a:t>
            </a:r>
            <a:r>
              <a:rPr lang="nb-NO" sz="3150" kern="0" dirty="0">
                <a:ea typeface="+mn-lt"/>
                <a:cs typeface="+mn-lt"/>
              </a:rPr>
              <a:t>-plattformer har automatisering blitt mer tilgjengelig for et bredere publikum.</a:t>
            </a:r>
            <a:endParaRPr lang="nb-NO" sz="3150" kern="0" dirty="0">
              <a:cs typeface="Arial"/>
            </a:endParaRPr>
          </a:p>
          <a:p>
            <a:pPr marL="279400" indent="-279400"/>
            <a:r>
              <a:rPr lang="nb-NO" sz="3150" kern="0" dirty="0" err="1">
                <a:cs typeface="Arial"/>
              </a:rPr>
              <a:t>Autoflyt</a:t>
            </a:r>
            <a:r>
              <a:rPr lang="nb-NO" sz="3150" kern="0" dirty="0">
                <a:cs typeface="Arial"/>
              </a:rPr>
              <a:t> – produkt fra </a:t>
            </a:r>
            <a:r>
              <a:rPr lang="nb-NO" sz="3150" kern="0" dirty="0" err="1">
                <a:cs typeface="Arial"/>
              </a:rPr>
              <a:t>Proventus</a:t>
            </a:r>
            <a:endParaRPr lang="nb-NO" sz="3150" kern="0" dirty="0">
              <a:cs typeface="Arial"/>
            </a:endParaRPr>
          </a:p>
          <a:p>
            <a:pPr marL="279400" indent="-279400"/>
            <a:r>
              <a:rPr lang="nb-NO" sz="3150" kern="0" dirty="0">
                <a:cs typeface="Arial"/>
              </a:rPr>
              <a:t>n8n  </a:t>
            </a:r>
            <a:endParaRPr lang="nb-NO" sz="3150" kern="0" noProof="1">
              <a:cs typeface="Arial"/>
            </a:endParaRPr>
          </a:p>
          <a:p>
            <a:pPr marL="0" indent="0">
              <a:buNone/>
            </a:pPr>
            <a:endParaRPr lang="nb-NO" sz="3150" kern="0" dirty="0">
              <a:cs typeface="Arial"/>
            </a:endParaRPr>
          </a:p>
          <a:p>
            <a:pPr marL="0" indent="0">
              <a:buNone/>
            </a:pPr>
            <a:endParaRPr lang="nb-NO" kern="0" dirty="0">
              <a:cs typeface="Arial"/>
            </a:endParaRPr>
          </a:p>
          <a:p>
            <a:pPr marL="0" indent="0">
              <a:buNone/>
            </a:pPr>
            <a:endParaRPr lang="nb-NO" kern="0" dirty="0">
              <a:cs typeface="Arial"/>
            </a:endParaRPr>
          </a:p>
        </p:txBody>
      </p:sp>
      <p:sp>
        <p:nvSpPr>
          <p:cNvPr id="4" name="AutoShape 2" descr="Watch Ext JS Video">
            <a:extLst>
              <a:ext uri="{FF2B5EF4-FFF2-40B4-BE49-F238E27FC236}">
                <a16:creationId xmlns:a16="http://schemas.microsoft.com/office/drawing/2014/main" id="{E94D3DBE-DC3C-EE48-DD4E-19885713EEF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74709" y="182562"/>
            <a:ext cx="2114211" cy="3215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672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1BC0E-B6E0-E283-ABE7-57C0B9248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1DA98442-3418-C4A7-019C-2E25F0B07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es-ES" sz="3600" dirty="0"/>
              <a:t>  n8n  	</a:t>
            </a:r>
          </a:p>
        </p:txBody>
      </p:sp>
      <p:sp>
        <p:nvSpPr>
          <p:cNvPr id="6" name="Plassholder for innhold 2">
            <a:extLst>
              <a:ext uri="{FF2B5EF4-FFF2-40B4-BE49-F238E27FC236}">
                <a16:creationId xmlns:a16="http://schemas.microsoft.com/office/drawing/2014/main" id="{C3E8315C-10BA-21F9-922E-6B78B3DB04DA}"/>
              </a:ext>
            </a:extLst>
          </p:cNvPr>
          <p:cNvSpPr txBox="1">
            <a:spLocks/>
          </p:cNvSpPr>
          <p:nvPr/>
        </p:nvSpPr>
        <p:spPr>
          <a:xfrm>
            <a:off x="989351" y="1712686"/>
            <a:ext cx="10268262" cy="2445657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79884" indent="-27988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3163">
                <a:solidFill>
                  <a:srgbClr val="3F2163"/>
                </a:solidFill>
                <a:latin typeface="+mn-lt"/>
                <a:ea typeface="+mn-ea"/>
                <a:cs typeface="+mn-cs"/>
              </a:defRPr>
            </a:lvl1pPr>
            <a:lvl2pPr marL="585211" indent="-24171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2440">
                <a:solidFill>
                  <a:srgbClr val="3F2163"/>
                </a:solidFill>
                <a:latin typeface="+mn-lt"/>
                <a:ea typeface="+mn-ea"/>
              </a:defRPr>
            </a:lvl2pPr>
            <a:lvl3pPr marL="839651" indent="-21627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988">
                <a:solidFill>
                  <a:srgbClr val="3F2163"/>
                </a:solidFill>
                <a:latin typeface="+mn-lt"/>
                <a:ea typeface="+mn-ea"/>
              </a:defRPr>
            </a:lvl3pPr>
            <a:lvl4pPr marL="1068646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4pPr>
            <a:lvl5pPr marL="1272198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5pPr>
            <a:lvl6pPr marL="1730190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6pPr>
            <a:lvl7pPr marL="2188181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7pPr>
            <a:lvl8pPr marL="2646173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8pPr>
            <a:lvl9pPr marL="3104164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9pPr>
          </a:lstStyle>
          <a:p>
            <a:pPr marL="279400" indent="-279400"/>
            <a:r>
              <a:rPr lang="nb-NO" sz="3150" kern="0" dirty="0">
                <a:ea typeface="+mn-lt"/>
                <a:cs typeface="+mn-lt"/>
              </a:rPr>
              <a:t>Grunnlagt i 2019 av Jan </a:t>
            </a:r>
            <a:r>
              <a:rPr lang="nb-NO" sz="3150" kern="0" dirty="0" err="1">
                <a:ea typeface="+mn-lt"/>
                <a:cs typeface="+mn-lt"/>
              </a:rPr>
              <a:t>Oberhauser</a:t>
            </a:r>
            <a:r>
              <a:rPr lang="nb-NO" sz="3150" kern="0" dirty="0">
                <a:ea typeface="+mn-lt"/>
                <a:cs typeface="+mn-lt"/>
              </a:rPr>
              <a:t> og Ricardo J. </a:t>
            </a:r>
            <a:r>
              <a:rPr lang="nb-NO" sz="3150" kern="0" dirty="0" err="1">
                <a:ea typeface="+mn-lt"/>
                <a:cs typeface="+mn-lt"/>
              </a:rPr>
              <a:t>Mendonça</a:t>
            </a:r>
            <a:r>
              <a:rPr lang="nb-NO" sz="3150" kern="0" dirty="0">
                <a:ea typeface="+mn-lt"/>
                <a:cs typeface="+mn-lt"/>
              </a:rPr>
              <a:t>. Målet var å skape et åpent og fleksibelt verktøy som kunne koble sammen ulike apper og tjenester uten behov for omfattende koding.</a:t>
            </a:r>
            <a:endParaRPr lang="nb-NO" sz="3150" kern="0" dirty="0" err="1">
              <a:ea typeface="Geneva"/>
              <a:cs typeface="+mn-lt"/>
            </a:endParaRPr>
          </a:p>
          <a:p>
            <a:pPr marL="279400" indent="-279400"/>
            <a:r>
              <a:rPr lang="nb-NO" sz="3150" kern="0" dirty="0">
                <a:ea typeface="+mn-lt"/>
                <a:cs typeface="+mn-lt"/>
              </a:rPr>
              <a:t>populært på grunn av sin brukervennlighet og omfattende integrasjoner. Plattformen har en aktiv utviklerfellesskap som kontinuerlig legger til nye funksjoner og </a:t>
            </a:r>
            <a:r>
              <a:rPr lang="nb-NO" sz="3150" kern="0" dirty="0" err="1">
                <a:ea typeface="+mn-lt"/>
                <a:cs typeface="+mn-lt"/>
              </a:rPr>
              <a:t>forbedringe</a:t>
            </a:r>
            <a:endParaRPr lang="nb-NO" sz="3150" kern="0" dirty="0">
              <a:cs typeface="Arial"/>
            </a:endParaRPr>
          </a:p>
          <a:p>
            <a:pPr marL="0" indent="0">
              <a:buNone/>
            </a:pPr>
            <a:endParaRPr lang="nb-NO" kern="0" dirty="0"/>
          </a:p>
          <a:p>
            <a:pPr marL="0" indent="0">
              <a:buNone/>
            </a:pPr>
            <a:endParaRPr lang="nb-NO" kern="0" dirty="0">
              <a:cs typeface="Arial"/>
            </a:endParaRPr>
          </a:p>
        </p:txBody>
      </p:sp>
      <p:sp>
        <p:nvSpPr>
          <p:cNvPr id="4" name="AutoShape 2" descr="Watch Ext JS Video">
            <a:extLst>
              <a:ext uri="{FF2B5EF4-FFF2-40B4-BE49-F238E27FC236}">
                <a16:creationId xmlns:a16="http://schemas.microsoft.com/office/drawing/2014/main" id="{7B7E0096-5A02-FCD3-8270-CA42667025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74709" y="182562"/>
            <a:ext cx="2114211" cy="3215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873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F0FAF-E368-584E-B990-382A9F987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104D7A8B-88C6-6704-DC8B-198C8503F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es-ES" sz="3600" dirty="0"/>
              <a:t>  n8n  	</a:t>
            </a:r>
          </a:p>
        </p:txBody>
      </p:sp>
      <p:sp>
        <p:nvSpPr>
          <p:cNvPr id="6" name="Plassholder for innhold 2">
            <a:extLst>
              <a:ext uri="{FF2B5EF4-FFF2-40B4-BE49-F238E27FC236}">
                <a16:creationId xmlns:a16="http://schemas.microsoft.com/office/drawing/2014/main" id="{E4269615-D107-4F06-ECA8-FC5E856CAF58}"/>
              </a:ext>
            </a:extLst>
          </p:cNvPr>
          <p:cNvSpPr txBox="1">
            <a:spLocks/>
          </p:cNvSpPr>
          <p:nvPr/>
        </p:nvSpPr>
        <p:spPr>
          <a:xfrm>
            <a:off x="989351" y="1712686"/>
            <a:ext cx="10268262" cy="2445657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79884" indent="-27988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3163">
                <a:solidFill>
                  <a:srgbClr val="3F2163"/>
                </a:solidFill>
                <a:latin typeface="+mn-lt"/>
                <a:ea typeface="+mn-ea"/>
                <a:cs typeface="+mn-cs"/>
              </a:defRPr>
            </a:lvl1pPr>
            <a:lvl2pPr marL="585211" indent="-24171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2440">
                <a:solidFill>
                  <a:srgbClr val="3F2163"/>
                </a:solidFill>
                <a:latin typeface="+mn-lt"/>
                <a:ea typeface="+mn-ea"/>
              </a:defRPr>
            </a:lvl2pPr>
            <a:lvl3pPr marL="839651" indent="-21627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988">
                <a:solidFill>
                  <a:srgbClr val="3F2163"/>
                </a:solidFill>
                <a:latin typeface="+mn-lt"/>
                <a:ea typeface="+mn-ea"/>
              </a:defRPr>
            </a:lvl3pPr>
            <a:lvl4pPr marL="1068646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4pPr>
            <a:lvl5pPr marL="1272198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5pPr>
            <a:lvl6pPr marL="1730190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6pPr>
            <a:lvl7pPr marL="2188181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7pPr>
            <a:lvl8pPr marL="2646173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8pPr>
            <a:lvl9pPr marL="3104164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9pPr>
          </a:lstStyle>
          <a:p>
            <a:pPr marL="279400" indent="-279400"/>
            <a:r>
              <a:rPr lang="nb-NO" sz="3150" kern="0" dirty="0">
                <a:ea typeface="+mn-lt"/>
                <a:cs typeface="+mn-lt"/>
              </a:rPr>
              <a:t>Grunnlagt i 2019 av Jan </a:t>
            </a:r>
            <a:r>
              <a:rPr lang="nb-NO" sz="3150" kern="0" dirty="0" err="1">
                <a:ea typeface="+mn-lt"/>
                <a:cs typeface="+mn-lt"/>
              </a:rPr>
              <a:t>Oberhauser</a:t>
            </a:r>
            <a:r>
              <a:rPr lang="nb-NO" sz="3150" kern="0" dirty="0">
                <a:ea typeface="+mn-lt"/>
                <a:cs typeface="+mn-lt"/>
              </a:rPr>
              <a:t> og Ricardo J. </a:t>
            </a:r>
            <a:r>
              <a:rPr lang="nb-NO" sz="3150" kern="0" dirty="0" err="1">
                <a:ea typeface="+mn-lt"/>
                <a:cs typeface="+mn-lt"/>
              </a:rPr>
              <a:t>Mendonça</a:t>
            </a:r>
            <a:r>
              <a:rPr lang="nb-NO" sz="3150" kern="0" dirty="0">
                <a:ea typeface="+mn-lt"/>
                <a:cs typeface="+mn-lt"/>
              </a:rPr>
              <a:t>. Målet var å skape et åpent og fleksibelt verktøy som kunne koble sammen ulike apper og tjenester uten behov for omfattende koding.</a:t>
            </a:r>
            <a:endParaRPr lang="nb-NO" sz="3150" kern="0" dirty="0" err="1">
              <a:ea typeface="Geneva"/>
              <a:cs typeface="+mn-lt"/>
            </a:endParaRPr>
          </a:p>
          <a:p>
            <a:pPr marL="279400" indent="-279400"/>
            <a:r>
              <a:rPr lang="nb-NO" sz="3150" kern="0" dirty="0">
                <a:ea typeface="+mn-lt"/>
                <a:cs typeface="+mn-lt"/>
              </a:rPr>
              <a:t>populært på grunn av sin brukervennlighet og omfattende integrasjoner. Plattformen har en aktiv utviklerfellesskap som kontinuerlig legger til nye funksjoner og </a:t>
            </a:r>
            <a:r>
              <a:rPr lang="nb-NO" sz="3150" kern="0" dirty="0" err="1">
                <a:ea typeface="+mn-lt"/>
                <a:cs typeface="+mn-lt"/>
              </a:rPr>
              <a:t>forbedringe</a:t>
            </a:r>
            <a:endParaRPr lang="nb-NO" sz="3150" kern="0" dirty="0">
              <a:cs typeface="Arial"/>
            </a:endParaRPr>
          </a:p>
          <a:p>
            <a:pPr marL="0" indent="0">
              <a:buNone/>
            </a:pPr>
            <a:endParaRPr lang="nb-NO" kern="0" dirty="0"/>
          </a:p>
          <a:p>
            <a:pPr marL="0" indent="0">
              <a:buNone/>
            </a:pPr>
            <a:endParaRPr lang="nb-NO" kern="0" dirty="0">
              <a:cs typeface="Arial"/>
            </a:endParaRPr>
          </a:p>
        </p:txBody>
      </p:sp>
      <p:sp>
        <p:nvSpPr>
          <p:cNvPr id="4" name="AutoShape 2" descr="Watch Ext JS Video">
            <a:extLst>
              <a:ext uri="{FF2B5EF4-FFF2-40B4-BE49-F238E27FC236}">
                <a16:creationId xmlns:a16="http://schemas.microsoft.com/office/drawing/2014/main" id="{681661F3-E7A3-B7BE-2791-E93A1A6C8A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74709" y="182562"/>
            <a:ext cx="2114211" cy="3215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2107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es-ES" dirty="0"/>
              <a:t>Historie</a:t>
            </a:r>
          </a:p>
        </p:txBody>
      </p:sp>
      <p:sp>
        <p:nvSpPr>
          <p:cNvPr id="4" name="AutoShape 2" descr="Watch Ext JS Video">
            <a:extLst>
              <a:ext uri="{FF2B5EF4-FFF2-40B4-BE49-F238E27FC236}">
                <a16:creationId xmlns:a16="http://schemas.microsoft.com/office/drawing/2014/main" id="{E94D3DBE-DC3C-EE48-DD4E-19885713EEF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74709" y="182562"/>
            <a:ext cx="2114211" cy="3215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4264FE35-4558-DF9F-0814-8801617F154A}"/>
              </a:ext>
            </a:extLst>
          </p:cNvPr>
          <p:cNvSpPr txBox="1">
            <a:spLocks/>
          </p:cNvSpPr>
          <p:nvPr/>
        </p:nvSpPr>
        <p:spPr>
          <a:xfrm>
            <a:off x="961869" y="1362261"/>
            <a:ext cx="10268262" cy="4133478"/>
          </a:xfrm>
          <a:prstGeom prst="rect">
            <a:avLst/>
          </a:prstGeom>
        </p:spPr>
        <p:txBody>
          <a:bodyPr/>
          <a:lstStyle>
            <a:lvl1pPr marL="279884" indent="-27988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3163">
                <a:solidFill>
                  <a:srgbClr val="3F2163"/>
                </a:solidFill>
                <a:latin typeface="+mn-lt"/>
                <a:ea typeface="+mn-ea"/>
                <a:cs typeface="+mn-cs"/>
              </a:defRPr>
            </a:lvl1pPr>
            <a:lvl2pPr marL="585211" indent="-24171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2440">
                <a:solidFill>
                  <a:srgbClr val="3F2163"/>
                </a:solidFill>
                <a:latin typeface="+mn-lt"/>
                <a:ea typeface="+mn-ea"/>
              </a:defRPr>
            </a:lvl2pPr>
            <a:lvl3pPr marL="839651" indent="-21627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988">
                <a:solidFill>
                  <a:srgbClr val="3F2163"/>
                </a:solidFill>
                <a:latin typeface="+mn-lt"/>
                <a:ea typeface="+mn-ea"/>
              </a:defRPr>
            </a:lvl3pPr>
            <a:lvl4pPr marL="1068646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4pPr>
            <a:lvl5pPr marL="1272198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5pPr>
            <a:lvl6pPr marL="1730190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6pPr>
            <a:lvl7pPr marL="2188181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7pPr>
            <a:lvl8pPr marL="2646173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8pPr>
            <a:lvl9pPr marL="3104164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9pPr>
          </a:lstStyle>
          <a:p>
            <a:r>
              <a:rPr lang="nb-NO" kern="0" dirty="0"/>
              <a:t>Opprinnelig bygget som et tilleggsbibliotekutvidelse av YUI av Jack </a:t>
            </a:r>
            <a:r>
              <a:rPr lang="nb-NO" kern="0" dirty="0" err="1"/>
              <a:t>Slocum</a:t>
            </a:r>
            <a:r>
              <a:rPr lang="nb-NO" kern="0" dirty="0"/>
              <a:t> 15. april 2007, </a:t>
            </a:r>
          </a:p>
          <a:p>
            <a:pPr lvl="1"/>
            <a:r>
              <a:rPr lang="nb-NO" kern="0" dirty="0" err="1"/>
              <a:t>Ext</a:t>
            </a:r>
            <a:r>
              <a:rPr lang="nb-NO" kern="0" dirty="0"/>
              <a:t> JS ikke hatt avhengigheter av eksterne biblioteker siden versjon 1.1. </a:t>
            </a:r>
          </a:p>
          <a:p>
            <a:pPr lvl="1"/>
            <a:r>
              <a:rPr lang="nb-NO" kern="0" dirty="0"/>
              <a:t>I dag kan </a:t>
            </a:r>
            <a:r>
              <a:rPr lang="nb-NO" kern="0" dirty="0" err="1"/>
              <a:t>Ext</a:t>
            </a:r>
            <a:r>
              <a:rPr lang="nb-NO" kern="0" dirty="0"/>
              <a:t> JS brukes både som et enkelt skript eller ved å bygge applikasjonen med </a:t>
            </a:r>
            <a:r>
              <a:rPr lang="nb-NO" kern="0" dirty="0" err="1"/>
              <a:t>Sencha</a:t>
            </a:r>
            <a:r>
              <a:rPr lang="nb-NO" kern="0" dirty="0"/>
              <a:t> </a:t>
            </a:r>
            <a:r>
              <a:rPr lang="nb-NO" kern="0" dirty="0" err="1"/>
              <a:t>Cmd</a:t>
            </a:r>
            <a:r>
              <a:rPr lang="nb-NO" kern="0" dirty="0"/>
              <a:t>. </a:t>
            </a:r>
          </a:p>
          <a:p>
            <a:pPr marL="0" indent="0">
              <a:buNone/>
            </a:pPr>
            <a:endParaRPr lang="nb-NO" kern="0" dirty="0"/>
          </a:p>
          <a:p>
            <a:pPr marL="0" indent="0">
              <a:buNone/>
            </a:pPr>
            <a:endParaRPr lang="nb-NO" kern="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27056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es-ES" dirty="0"/>
              <a:t>Historie (</a:t>
            </a:r>
            <a:r>
              <a:rPr lang="es-ES" dirty="0" err="1"/>
              <a:t>fors</a:t>
            </a:r>
            <a:r>
              <a:rPr lang="es-ES" dirty="0"/>
              <a:t>.)</a:t>
            </a:r>
          </a:p>
        </p:txBody>
      </p:sp>
      <p:sp>
        <p:nvSpPr>
          <p:cNvPr id="4" name="AutoShape 2" descr="Watch Ext JS Video">
            <a:extLst>
              <a:ext uri="{FF2B5EF4-FFF2-40B4-BE49-F238E27FC236}">
                <a16:creationId xmlns:a16="http://schemas.microsoft.com/office/drawing/2014/main" id="{E94D3DBE-DC3C-EE48-DD4E-19885713EEF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74709" y="182562"/>
            <a:ext cx="2114211" cy="3215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4264FE35-4558-DF9F-0814-8801617F154A}"/>
              </a:ext>
            </a:extLst>
          </p:cNvPr>
          <p:cNvSpPr txBox="1">
            <a:spLocks/>
          </p:cNvSpPr>
          <p:nvPr/>
        </p:nvSpPr>
        <p:spPr>
          <a:xfrm>
            <a:off x="961869" y="1362261"/>
            <a:ext cx="10268262" cy="4133478"/>
          </a:xfrm>
          <a:prstGeom prst="rect">
            <a:avLst/>
          </a:prstGeom>
        </p:spPr>
        <p:txBody>
          <a:bodyPr/>
          <a:lstStyle>
            <a:lvl1pPr marL="279884" indent="-27988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3163">
                <a:solidFill>
                  <a:srgbClr val="3F2163"/>
                </a:solidFill>
                <a:latin typeface="+mn-lt"/>
                <a:ea typeface="+mn-ea"/>
                <a:cs typeface="+mn-cs"/>
              </a:defRPr>
            </a:lvl1pPr>
            <a:lvl2pPr marL="585211" indent="-24171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2440">
                <a:solidFill>
                  <a:srgbClr val="3F2163"/>
                </a:solidFill>
                <a:latin typeface="+mn-lt"/>
                <a:ea typeface="+mn-ea"/>
              </a:defRPr>
            </a:lvl2pPr>
            <a:lvl3pPr marL="839651" indent="-21627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988">
                <a:solidFill>
                  <a:srgbClr val="3F2163"/>
                </a:solidFill>
                <a:latin typeface="+mn-lt"/>
                <a:ea typeface="+mn-ea"/>
              </a:defRPr>
            </a:lvl3pPr>
            <a:lvl4pPr marL="1068646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4pPr>
            <a:lvl5pPr marL="1272198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5pPr>
            <a:lvl6pPr marL="1730190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6pPr>
            <a:lvl7pPr marL="2188181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7pPr>
            <a:lvl8pPr marL="2646173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8pPr>
            <a:lvl9pPr marL="3104164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9pPr>
          </a:lstStyle>
          <a:p>
            <a:r>
              <a:rPr lang="nb-NO" kern="0" dirty="0" err="1"/>
              <a:t>Ext</a:t>
            </a:r>
            <a:r>
              <a:rPr lang="nb-NO" kern="0" dirty="0"/>
              <a:t> JS versjon 2.0 ble utgitt 4. desember 2007. </a:t>
            </a:r>
          </a:p>
          <a:p>
            <a:pPr lvl="1"/>
            <a:r>
              <a:rPr lang="nb-NO" kern="0" dirty="0"/>
              <a:t>Denne versjonen ble promotert som å tilby et grensesnitt og funksjoner mer lik de som tradisjonelt er forbundet med </a:t>
            </a:r>
            <a:r>
              <a:rPr lang="nb-NO" b="1" kern="0" dirty="0"/>
              <a:t>desktopapplikasjoner</a:t>
            </a:r>
            <a:r>
              <a:rPr lang="nb-NO" kern="0" dirty="0"/>
              <a:t>. </a:t>
            </a:r>
          </a:p>
          <a:p>
            <a:pPr lvl="1"/>
            <a:r>
              <a:rPr lang="nb-NO" kern="0" dirty="0"/>
              <a:t>Også promotert var den nye brukerdokumentasjonen, API-dokumentasjonen og eksemplene.</a:t>
            </a:r>
          </a:p>
          <a:p>
            <a:pPr lvl="1"/>
            <a:r>
              <a:rPr lang="nb-NO" kern="0" dirty="0" err="1"/>
              <a:t>Ext</a:t>
            </a:r>
            <a:r>
              <a:rPr lang="nb-NO" kern="0" dirty="0"/>
              <a:t> JS 2.0 ga ikke </a:t>
            </a:r>
            <a:r>
              <a:rPr lang="nb-NO" b="1" kern="0" dirty="0" err="1"/>
              <a:t>bakoverkompatibilitet</a:t>
            </a:r>
            <a:r>
              <a:rPr lang="nb-NO" b="1" kern="0" dirty="0"/>
              <a:t> med versjon 1.1. </a:t>
            </a:r>
            <a:r>
              <a:rPr lang="nb-NO" kern="0" dirty="0"/>
              <a:t>En migrasjonsguide ble utviklet for å adressere dette.</a:t>
            </a:r>
          </a:p>
          <a:p>
            <a:pPr marL="0" indent="0">
              <a:buNone/>
            </a:pPr>
            <a:endParaRPr lang="nb-NO" kern="0" dirty="0"/>
          </a:p>
          <a:p>
            <a:pPr marL="0" indent="0">
              <a:buNone/>
            </a:pPr>
            <a:endParaRPr lang="nb-NO" kern="0" dirty="0"/>
          </a:p>
          <a:p>
            <a:pPr marL="0" indent="0">
              <a:buNone/>
            </a:pPr>
            <a:endParaRPr lang="nb-NO" kern="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93993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es-ES" dirty="0"/>
              <a:t>Historie (</a:t>
            </a:r>
            <a:r>
              <a:rPr lang="es-ES" dirty="0" err="1"/>
              <a:t>fors</a:t>
            </a:r>
            <a:r>
              <a:rPr lang="es-ES" dirty="0"/>
              <a:t>.)</a:t>
            </a:r>
          </a:p>
        </p:txBody>
      </p:sp>
      <p:sp>
        <p:nvSpPr>
          <p:cNvPr id="4" name="AutoShape 2" descr="Watch Ext JS Video">
            <a:extLst>
              <a:ext uri="{FF2B5EF4-FFF2-40B4-BE49-F238E27FC236}">
                <a16:creationId xmlns:a16="http://schemas.microsoft.com/office/drawing/2014/main" id="{E94D3DBE-DC3C-EE48-DD4E-19885713EEF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74709" y="182562"/>
            <a:ext cx="2114211" cy="3215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4264FE35-4558-DF9F-0814-8801617F154A}"/>
              </a:ext>
            </a:extLst>
          </p:cNvPr>
          <p:cNvSpPr txBox="1">
            <a:spLocks/>
          </p:cNvSpPr>
          <p:nvPr/>
        </p:nvSpPr>
        <p:spPr>
          <a:xfrm>
            <a:off x="228600" y="1362261"/>
            <a:ext cx="11430000" cy="4617434"/>
          </a:xfrm>
          <a:prstGeom prst="rect">
            <a:avLst/>
          </a:prstGeom>
        </p:spPr>
        <p:txBody>
          <a:bodyPr/>
          <a:lstStyle>
            <a:lvl1pPr marL="279884" indent="-27988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3163">
                <a:solidFill>
                  <a:srgbClr val="3F2163"/>
                </a:solidFill>
                <a:latin typeface="+mn-lt"/>
                <a:ea typeface="+mn-ea"/>
                <a:cs typeface="+mn-cs"/>
              </a:defRPr>
            </a:lvl1pPr>
            <a:lvl2pPr marL="585211" indent="-24171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2440">
                <a:solidFill>
                  <a:srgbClr val="3F2163"/>
                </a:solidFill>
                <a:latin typeface="+mn-lt"/>
                <a:ea typeface="+mn-ea"/>
              </a:defRPr>
            </a:lvl2pPr>
            <a:lvl3pPr marL="839651" indent="-21627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988">
                <a:solidFill>
                  <a:srgbClr val="3F2163"/>
                </a:solidFill>
                <a:latin typeface="+mn-lt"/>
                <a:ea typeface="+mn-ea"/>
              </a:defRPr>
            </a:lvl3pPr>
            <a:lvl4pPr marL="1068646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4pPr>
            <a:lvl5pPr marL="1272198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5pPr>
            <a:lvl6pPr marL="1730190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6pPr>
            <a:lvl7pPr marL="2188181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7pPr>
            <a:lvl8pPr marL="2646173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8pPr>
            <a:lvl9pPr marL="3104164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9pPr>
          </a:lstStyle>
          <a:p>
            <a:r>
              <a:rPr lang="nb-NO" kern="0" dirty="0" err="1"/>
              <a:t>Ext</a:t>
            </a:r>
            <a:r>
              <a:rPr lang="nb-NO" kern="0" dirty="0"/>
              <a:t> JS versjon 3.0 ble utgitt 6. juli 2009.</a:t>
            </a:r>
          </a:p>
          <a:p>
            <a:pPr lvl="1"/>
            <a:r>
              <a:rPr lang="nb-NO" kern="0" dirty="0"/>
              <a:t>Denne versjonen la til </a:t>
            </a:r>
            <a:r>
              <a:rPr lang="nb-NO" b="1" kern="0" dirty="0"/>
              <a:t>støtte for REST </a:t>
            </a:r>
            <a:r>
              <a:rPr lang="nb-NO" kern="0" dirty="0"/>
              <a:t>og en ny </a:t>
            </a:r>
            <a:r>
              <a:rPr lang="nb-NO" kern="0" dirty="0" err="1"/>
              <a:t>Ext.Direct</a:t>
            </a:r>
            <a:r>
              <a:rPr lang="nb-NO" kern="0" dirty="0"/>
              <a:t> server side plattform. Nye flash-diagrammer og </a:t>
            </a:r>
            <a:r>
              <a:rPr lang="nb-NO" kern="0" dirty="0" err="1"/>
              <a:t>ListView</a:t>
            </a:r>
            <a:r>
              <a:rPr lang="nb-NO" kern="0" dirty="0"/>
              <a:t>-elementer ble lagt til de standard visningskomponentene. Det var </a:t>
            </a:r>
            <a:r>
              <a:rPr lang="nb-NO" b="1" kern="0" dirty="0" err="1"/>
              <a:t>bakoverkompatibelt</a:t>
            </a:r>
            <a:r>
              <a:rPr lang="nb-NO" kern="0" dirty="0"/>
              <a:t> med versjon 2.0-kode.</a:t>
            </a:r>
          </a:p>
          <a:p>
            <a:r>
              <a:rPr lang="nb-NO" kern="0" dirty="0"/>
              <a:t>Versjon 4.0 av </a:t>
            </a:r>
            <a:r>
              <a:rPr lang="nb-NO" kern="0" dirty="0" err="1"/>
              <a:t>Ext</a:t>
            </a:r>
            <a:r>
              <a:rPr lang="nb-NO" kern="0" dirty="0"/>
              <a:t>-rammeverket ble utgitt 26. april 2011.</a:t>
            </a:r>
          </a:p>
          <a:p>
            <a:pPr lvl="1"/>
            <a:r>
              <a:rPr lang="nb-NO" kern="0" dirty="0"/>
              <a:t>Det inkluderer en </a:t>
            </a:r>
            <a:r>
              <a:rPr lang="nb-NO" b="1" kern="0" dirty="0"/>
              <a:t>helt revidert klassestruktur</a:t>
            </a:r>
            <a:r>
              <a:rPr lang="nb-NO" kern="0" dirty="0"/>
              <a:t>, et revidert datapakke, en animasjons- og tegnepakke som bruker SVG og VML, og revidert </a:t>
            </a:r>
            <a:r>
              <a:rPr lang="nb-NO" kern="0" dirty="0" err="1"/>
              <a:t>diagrammering</a:t>
            </a:r>
            <a:r>
              <a:rPr lang="nb-NO" kern="0" dirty="0"/>
              <a:t> og tematisering. Det inkluderer også en valgfri arkitektur som gir en modell–visning–kontroller (</a:t>
            </a:r>
            <a:r>
              <a:rPr lang="nb-NO" sz="2400" b="1" kern="0" dirty="0"/>
              <a:t>MVC</a:t>
            </a:r>
            <a:r>
              <a:rPr lang="nb-NO" kern="0" dirty="0"/>
              <a:t>) stil av kodeorganisasjon.</a:t>
            </a:r>
          </a:p>
          <a:p>
            <a:endParaRPr lang="nb-NO" kern="0" dirty="0"/>
          </a:p>
          <a:p>
            <a:endParaRPr lang="nb-NO" kern="0" dirty="0"/>
          </a:p>
          <a:p>
            <a:pPr marL="0" indent="0">
              <a:buNone/>
            </a:pPr>
            <a:endParaRPr lang="nb-NO" kern="0" dirty="0"/>
          </a:p>
          <a:p>
            <a:pPr marL="0" indent="0">
              <a:buNone/>
            </a:pPr>
            <a:endParaRPr lang="nb-NO" kern="0" dirty="0"/>
          </a:p>
          <a:p>
            <a:pPr marL="0" indent="0">
              <a:buNone/>
            </a:pPr>
            <a:endParaRPr lang="nb-NO" kern="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85245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es-ES" dirty="0"/>
              <a:t>Historie (</a:t>
            </a:r>
            <a:r>
              <a:rPr lang="es-ES" dirty="0" err="1"/>
              <a:t>fors</a:t>
            </a:r>
            <a:r>
              <a:rPr lang="es-ES" dirty="0"/>
              <a:t>.)</a:t>
            </a:r>
          </a:p>
        </p:txBody>
      </p:sp>
      <p:sp>
        <p:nvSpPr>
          <p:cNvPr id="4" name="AutoShape 2" descr="Watch Ext JS Video">
            <a:extLst>
              <a:ext uri="{FF2B5EF4-FFF2-40B4-BE49-F238E27FC236}">
                <a16:creationId xmlns:a16="http://schemas.microsoft.com/office/drawing/2014/main" id="{E94D3DBE-DC3C-EE48-DD4E-19885713EEF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74709" y="182562"/>
            <a:ext cx="2114211" cy="3215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4264FE35-4558-DF9F-0814-8801617F154A}"/>
              </a:ext>
            </a:extLst>
          </p:cNvPr>
          <p:cNvSpPr txBox="1">
            <a:spLocks/>
          </p:cNvSpPr>
          <p:nvPr/>
        </p:nvSpPr>
        <p:spPr>
          <a:xfrm>
            <a:off x="228600" y="1362261"/>
            <a:ext cx="11430000" cy="4617434"/>
          </a:xfrm>
          <a:prstGeom prst="rect">
            <a:avLst/>
          </a:prstGeom>
        </p:spPr>
        <p:txBody>
          <a:bodyPr/>
          <a:lstStyle>
            <a:lvl1pPr marL="279884" indent="-27988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3163">
                <a:solidFill>
                  <a:srgbClr val="3F2163"/>
                </a:solidFill>
                <a:latin typeface="+mn-lt"/>
                <a:ea typeface="+mn-ea"/>
                <a:cs typeface="+mn-cs"/>
              </a:defRPr>
            </a:lvl1pPr>
            <a:lvl2pPr marL="585211" indent="-24171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2440">
                <a:solidFill>
                  <a:srgbClr val="3F2163"/>
                </a:solidFill>
                <a:latin typeface="+mn-lt"/>
                <a:ea typeface="+mn-ea"/>
              </a:defRPr>
            </a:lvl2pPr>
            <a:lvl3pPr marL="839651" indent="-21627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988">
                <a:solidFill>
                  <a:srgbClr val="3F2163"/>
                </a:solidFill>
                <a:latin typeface="+mn-lt"/>
                <a:ea typeface="+mn-ea"/>
              </a:defRPr>
            </a:lvl3pPr>
            <a:lvl4pPr marL="1068646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4pPr>
            <a:lvl5pPr marL="1272198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5pPr>
            <a:lvl6pPr marL="1730190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6pPr>
            <a:lvl7pPr marL="2188181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7pPr>
            <a:lvl8pPr marL="2646173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8pPr>
            <a:lvl9pPr marL="3104164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9pPr>
          </a:lstStyle>
          <a:p>
            <a:r>
              <a:rPr lang="nb-NO" kern="0" dirty="0"/>
              <a:t>Versjon 5.0 av </a:t>
            </a:r>
            <a:r>
              <a:rPr lang="nb-NO" kern="0" dirty="0" err="1"/>
              <a:t>Ext</a:t>
            </a:r>
            <a:r>
              <a:rPr lang="nb-NO" kern="0" dirty="0"/>
              <a:t> JS-rammeverket ble utgitt 2. juni 2014.</a:t>
            </a:r>
          </a:p>
          <a:p>
            <a:pPr lvl="1"/>
            <a:r>
              <a:rPr lang="nb-NO" kern="0" dirty="0"/>
              <a:t>Det inkluderer evnen til å bygge </a:t>
            </a:r>
            <a:r>
              <a:rPr lang="nb-NO" kern="0" dirty="0" err="1"/>
              <a:t>skrivebordsapper</a:t>
            </a:r>
            <a:r>
              <a:rPr lang="nb-NO" kern="0" dirty="0"/>
              <a:t> på berøringsaktiverte enheter — ved hjelp av en enkelt kodebase, en Model </a:t>
            </a:r>
            <a:r>
              <a:rPr lang="nb-NO" kern="0" dirty="0" err="1"/>
              <a:t>View</a:t>
            </a:r>
            <a:r>
              <a:rPr lang="nb-NO" kern="0" dirty="0"/>
              <a:t> </a:t>
            </a:r>
            <a:r>
              <a:rPr lang="nb-NO" kern="0" dirty="0" err="1"/>
              <a:t>ViewModel</a:t>
            </a:r>
            <a:r>
              <a:rPr lang="nb-NO" kern="0" dirty="0"/>
              <a:t> (</a:t>
            </a:r>
            <a:r>
              <a:rPr lang="nb-NO" b="1" kern="0" dirty="0"/>
              <a:t>MVVM</a:t>
            </a:r>
            <a:r>
              <a:rPr lang="nb-NO" kern="0" dirty="0"/>
              <a:t>)-arkitektur, toveis databinding, </a:t>
            </a:r>
            <a:r>
              <a:rPr lang="nb-NO" b="1" kern="0" dirty="0" err="1"/>
              <a:t>responsive</a:t>
            </a:r>
            <a:r>
              <a:rPr lang="nb-NO" kern="0" dirty="0"/>
              <a:t> oppsett og andre komponentoppgraderinger med støtte for å legge til </a:t>
            </a:r>
            <a:r>
              <a:rPr lang="nb-NO" kern="0" dirty="0" err="1"/>
              <a:t>widgets</a:t>
            </a:r>
            <a:r>
              <a:rPr lang="nb-NO" kern="0" dirty="0"/>
              <a:t> inne i en rutenettcelle for datavisualisering og stordataanalyse. </a:t>
            </a:r>
            <a:r>
              <a:rPr lang="nb-NO" kern="0" dirty="0" err="1"/>
              <a:t>Ext</a:t>
            </a:r>
            <a:r>
              <a:rPr lang="nb-NO" kern="0" dirty="0"/>
              <a:t> JS 5 inkluderer også et oppgradert berøringsoptimalisert </a:t>
            </a:r>
            <a:r>
              <a:rPr lang="nb-NO" kern="0" dirty="0" err="1"/>
              <a:t>diagrammeringspakke</a:t>
            </a:r>
            <a:r>
              <a:rPr lang="nb-NO" kern="0" dirty="0"/>
              <a:t> sammen med ytterligere økonomiske </a:t>
            </a:r>
            <a:r>
              <a:rPr lang="nb-NO" kern="0" dirty="0" err="1"/>
              <a:t>diagrammeringsmuligheter</a:t>
            </a:r>
            <a:r>
              <a:rPr lang="nb-NO" kern="0" dirty="0"/>
              <a:t>.</a:t>
            </a:r>
          </a:p>
          <a:p>
            <a:r>
              <a:rPr lang="nb-NO" kern="0" dirty="0"/>
              <a:t>Versjon 7.0 av </a:t>
            </a:r>
            <a:r>
              <a:rPr lang="nb-NO" kern="0" dirty="0" err="1"/>
              <a:t>Ext</a:t>
            </a:r>
            <a:r>
              <a:rPr lang="nb-NO" kern="0" dirty="0"/>
              <a:t> JS-rammeverket ble utgitt 29. aug. 2019.</a:t>
            </a:r>
          </a:p>
          <a:p>
            <a:pPr lvl="1"/>
            <a:r>
              <a:rPr lang="nb-NO" kern="0" dirty="0"/>
              <a:t>Denne versjonen introduserte flere nye komponenter i det moderne verktøysettet. Det klassiske verktøysettet mottok Material Design-temaet.</a:t>
            </a:r>
          </a:p>
          <a:p>
            <a:endParaRPr lang="nb-NO" kern="0" dirty="0"/>
          </a:p>
          <a:p>
            <a:endParaRPr lang="nb-NO" kern="0" dirty="0"/>
          </a:p>
        </p:txBody>
      </p:sp>
    </p:spTree>
    <p:extLst>
      <p:ext uri="{BB962C8B-B14F-4D97-AF65-F5344CB8AC3E}">
        <p14:creationId xmlns:p14="http://schemas.microsoft.com/office/powerpoint/2010/main" val="853648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es-ES" dirty="0" err="1"/>
              <a:t>Om</a:t>
            </a:r>
            <a:r>
              <a:rPr lang="es-ES" dirty="0"/>
              <a:t> </a:t>
            </a:r>
            <a:r>
              <a:rPr lang="es-ES" dirty="0" err="1"/>
              <a:t>Sencha</a:t>
            </a:r>
            <a:endParaRPr lang="es-ES" dirty="0"/>
          </a:p>
        </p:txBody>
      </p:sp>
      <p:sp>
        <p:nvSpPr>
          <p:cNvPr id="4" name="AutoShape 2" descr="Watch Ext JS Video">
            <a:extLst>
              <a:ext uri="{FF2B5EF4-FFF2-40B4-BE49-F238E27FC236}">
                <a16:creationId xmlns:a16="http://schemas.microsoft.com/office/drawing/2014/main" id="{E94D3DBE-DC3C-EE48-DD4E-19885713EEF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74709" y="182562"/>
            <a:ext cx="2114211" cy="3215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38D2FD5-9341-B37E-2A7D-ABCC8C186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842" y="1139253"/>
            <a:ext cx="8610978" cy="50200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F40001F-156B-DC8D-26B1-C9D98D81CF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8331" y="989892"/>
            <a:ext cx="3858121" cy="4878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512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es-ES" dirty="0" err="1"/>
              <a:t>Teknisk</a:t>
            </a:r>
            <a:r>
              <a:rPr lang="es-ES" dirty="0"/>
              <a:t> </a:t>
            </a:r>
            <a:r>
              <a:rPr lang="es-ES" dirty="0" err="1"/>
              <a:t>om</a:t>
            </a:r>
            <a:r>
              <a:rPr lang="es-ES" dirty="0"/>
              <a:t> </a:t>
            </a:r>
            <a:r>
              <a:rPr lang="es-ES" dirty="0" err="1"/>
              <a:t>ExtJS</a:t>
            </a:r>
            <a:endParaRPr lang="es-ES" dirty="0"/>
          </a:p>
        </p:txBody>
      </p:sp>
      <p:sp>
        <p:nvSpPr>
          <p:cNvPr id="4" name="AutoShape 2" descr="Watch Ext JS Video">
            <a:extLst>
              <a:ext uri="{FF2B5EF4-FFF2-40B4-BE49-F238E27FC236}">
                <a16:creationId xmlns:a16="http://schemas.microsoft.com/office/drawing/2014/main" id="{E94D3DBE-DC3C-EE48-DD4E-19885713EEF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74709" y="182562"/>
            <a:ext cx="2114211" cy="3215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4264FE35-4558-DF9F-0814-8801617F154A}"/>
              </a:ext>
            </a:extLst>
          </p:cNvPr>
          <p:cNvSpPr txBox="1">
            <a:spLocks/>
          </p:cNvSpPr>
          <p:nvPr/>
        </p:nvSpPr>
        <p:spPr>
          <a:xfrm>
            <a:off x="1085604" y="1362261"/>
            <a:ext cx="10268262" cy="4133478"/>
          </a:xfrm>
          <a:prstGeom prst="rect">
            <a:avLst/>
          </a:prstGeom>
        </p:spPr>
        <p:txBody>
          <a:bodyPr/>
          <a:lstStyle>
            <a:lvl1pPr marL="279884" indent="-27988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3163">
                <a:solidFill>
                  <a:srgbClr val="3F2163"/>
                </a:solidFill>
                <a:latin typeface="+mn-lt"/>
                <a:ea typeface="+mn-ea"/>
                <a:cs typeface="+mn-cs"/>
              </a:defRPr>
            </a:lvl1pPr>
            <a:lvl2pPr marL="585211" indent="-24171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2440">
                <a:solidFill>
                  <a:srgbClr val="3F2163"/>
                </a:solidFill>
                <a:latin typeface="+mn-lt"/>
                <a:ea typeface="+mn-ea"/>
              </a:defRPr>
            </a:lvl2pPr>
            <a:lvl3pPr marL="839651" indent="-21627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988">
                <a:solidFill>
                  <a:srgbClr val="3F2163"/>
                </a:solidFill>
                <a:latin typeface="+mn-lt"/>
                <a:ea typeface="+mn-ea"/>
              </a:defRPr>
            </a:lvl3pPr>
            <a:lvl4pPr marL="1068646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4pPr>
            <a:lvl5pPr marL="1272198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5pPr>
            <a:lvl6pPr marL="1730190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6pPr>
            <a:lvl7pPr marL="2188181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7pPr>
            <a:lvl8pPr marL="2646173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8pPr>
            <a:lvl9pPr marL="3104164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9pPr>
          </a:lstStyle>
          <a:p>
            <a:r>
              <a:rPr lang="nb-NO" kern="0" dirty="0" err="1"/>
              <a:t>Ext</a:t>
            </a:r>
            <a:r>
              <a:rPr lang="nb-NO" kern="0" dirty="0"/>
              <a:t> JS har sitt eget </a:t>
            </a:r>
            <a:r>
              <a:rPr lang="nb-NO" kern="0" dirty="0" err="1"/>
              <a:t>klassessystem</a:t>
            </a:r>
            <a:r>
              <a:rPr lang="nb-NO" kern="0" dirty="0"/>
              <a:t> </a:t>
            </a:r>
          </a:p>
          <a:p>
            <a:pPr lvl="1"/>
            <a:r>
              <a:rPr lang="nb-NO" kern="0" dirty="0"/>
              <a:t>Def. med </a:t>
            </a:r>
            <a:r>
              <a:rPr lang="nb-NO" kern="0" dirty="0" err="1"/>
              <a:t>Ext.define</a:t>
            </a:r>
            <a:r>
              <a:rPr lang="nb-NO" kern="0" dirty="0"/>
              <a:t>, instans opprettes med </a:t>
            </a:r>
            <a:r>
              <a:rPr lang="nb-NO" kern="0" dirty="0" err="1"/>
              <a:t>Ext.create</a:t>
            </a:r>
            <a:r>
              <a:rPr lang="nb-NO" kern="0" dirty="0"/>
              <a:t>. Noen klasser kan opprettes med et alias. Instanser av komponenter opprettes automatisk når overordnet komponent opprettes.</a:t>
            </a:r>
          </a:p>
          <a:p>
            <a:pPr lvl="1"/>
            <a:r>
              <a:rPr lang="nb-NO" kern="0" dirty="0"/>
              <a:t>Arv støttes (f.eks. </a:t>
            </a:r>
            <a:r>
              <a:rPr lang="nb-NO" kern="0" dirty="0" err="1"/>
              <a:t>MyApp.views.ProductsTable</a:t>
            </a:r>
            <a:r>
              <a:rPr lang="nb-NO" kern="0" dirty="0"/>
              <a:t> vil utvide innebygd </a:t>
            </a:r>
            <a:r>
              <a:rPr lang="nb-NO" kern="0" dirty="0" err="1"/>
              <a:t>Ext.grid.Panel</a:t>
            </a:r>
            <a:r>
              <a:rPr lang="nb-NO" kern="0" dirty="0"/>
              <a:t>).</a:t>
            </a:r>
          </a:p>
          <a:p>
            <a:pPr lvl="1"/>
            <a:r>
              <a:rPr lang="nb-NO" kern="0" dirty="0"/>
              <a:t>Statiske/dynamiske klasse strukturer – og med «</a:t>
            </a:r>
            <a:r>
              <a:rPr lang="nb-NO" kern="0" dirty="0" err="1"/>
              <a:t>requires</a:t>
            </a:r>
            <a:r>
              <a:rPr lang="nb-NO" kern="0" dirty="0"/>
              <a:t>» egenskaper (</a:t>
            </a:r>
            <a:r>
              <a:rPr lang="nb-NO" kern="0" dirty="0" err="1"/>
              <a:t>using</a:t>
            </a:r>
            <a:r>
              <a:rPr lang="nb-NO" kern="0" dirty="0"/>
              <a:t>).</a:t>
            </a:r>
          </a:p>
          <a:p>
            <a:pPr marL="0" indent="0">
              <a:buNone/>
            </a:pPr>
            <a:endParaRPr lang="nb-NO" kern="0" dirty="0"/>
          </a:p>
          <a:p>
            <a:pPr marL="0" indent="0">
              <a:buNone/>
            </a:pPr>
            <a:endParaRPr lang="nb-NO" kern="0" dirty="0">
              <a:cs typeface="Arial"/>
            </a:endParaRPr>
          </a:p>
        </p:txBody>
      </p:sp>
      <p:pic>
        <p:nvPicPr>
          <p:cNvPr id="3" name="Picture 2" descr="A green hexagon with white text">
            <a:extLst>
              <a:ext uri="{FF2B5EF4-FFF2-40B4-BE49-F238E27FC236}">
                <a16:creationId xmlns:a16="http://schemas.microsoft.com/office/drawing/2014/main" id="{2AC50A77-AC1A-A38B-8271-BA736CAD63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564" y="1054966"/>
            <a:ext cx="10155832" cy="5328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003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es-ES" dirty="0" err="1"/>
              <a:t>Sencha</a:t>
            </a:r>
            <a:r>
              <a:rPr lang="es-ES" dirty="0"/>
              <a:t> UI </a:t>
            </a:r>
            <a:r>
              <a:rPr lang="es-ES" dirty="0" err="1"/>
              <a:t>eksempler</a:t>
            </a:r>
            <a:endParaRPr lang="es-ES" dirty="0"/>
          </a:p>
        </p:txBody>
      </p:sp>
      <p:sp>
        <p:nvSpPr>
          <p:cNvPr id="4" name="AutoShape 2" descr="Watch Ext JS Video">
            <a:extLst>
              <a:ext uri="{FF2B5EF4-FFF2-40B4-BE49-F238E27FC236}">
                <a16:creationId xmlns:a16="http://schemas.microsoft.com/office/drawing/2014/main" id="{1640F98E-2AA1-CF9A-46E3-2FD339B6AD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73100" y="182563"/>
            <a:ext cx="285750" cy="285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248B52F-A89E-FD86-8C05-2772B53BD5A6}"/>
              </a:ext>
            </a:extLst>
          </p:cNvPr>
          <p:cNvSpPr txBox="1">
            <a:spLocks/>
          </p:cNvSpPr>
          <p:nvPr/>
        </p:nvSpPr>
        <p:spPr>
          <a:xfrm>
            <a:off x="989351" y="1712686"/>
            <a:ext cx="10268262" cy="2445657"/>
          </a:xfrm>
          <a:prstGeom prst="rect">
            <a:avLst/>
          </a:prstGeom>
        </p:spPr>
        <p:txBody>
          <a:bodyPr/>
          <a:lstStyle>
            <a:lvl1pPr marL="279884" indent="-27988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3163">
                <a:solidFill>
                  <a:srgbClr val="3F2163"/>
                </a:solidFill>
                <a:latin typeface="+mn-lt"/>
                <a:ea typeface="+mn-ea"/>
                <a:cs typeface="+mn-cs"/>
              </a:defRPr>
            </a:lvl1pPr>
            <a:lvl2pPr marL="585211" indent="-24171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2440">
                <a:solidFill>
                  <a:srgbClr val="3F2163"/>
                </a:solidFill>
                <a:latin typeface="+mn-lt"/>
                <a:ea typeface="+mn-ea"/>
              </a:defRPr>
            </a:lvl2pPr>
            <a:lvl3pPr marL="839651" indent="-21627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988">
                <a:solidFill>
                  <a:srgbClr val="3F2163"/>
                </a:solidFill>
                <a:latin typeface="+mn-lt"/>
                <a:ea typeface="+mn-ea"/>
              </a:defRPr>
            </a:lvl3pPr>
            <a:lvl4pPr marL="1068646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4pPr>
            <a:lvl5pPr marL="1272198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5pPr>
            <a:lvl6pPr marL="1730190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6pPr>
            <a:lvl7pPr marL="2188181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7pPr>
            <a:lvl8pPr marL="2646173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8pPr>
            <a:lvl9pPr marL="3104164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9pPr>
          </a:lstStyle>
          <a:p>
            <a:r>
              <a:rPr lang="nb-NO" kern="0" dirty="0" err="1"/>
              <a:t>Synology</a:t>
            </a:r>
            <a:r>
              <a:rPr lang="nb-NO" kern="0" dirty="0"/>
              <a:t> NAS,  </a:t>
            </a:r>
            <a:r>
              <a:rPr lang="nb-NO" kern="0" dirty="0" err="1"/>
              <a:t>admin</a:t>
            </a:r>
            <a:endParaRPr lang="nb-NO" kern="0" dirty="0"/>
          </a:p>
          <a:p>
            <a:pPr lvl="1"/>
            <a:r>
              <a:rPr lang="nb-NO" kern="0" dirty="0"/>
              <a:t>Desktop UI</a:t>
            </a:r>
          </a:p>
          <a:p>
            <a:r>
              <a:rPr lang="nb-NO" kern="0" dirty="0"/>
              <a:t>Online eksempler</a:t>
            </a:r>
          </a:p>
          <a:p>
            <a:pPr lvl="1"/>
            <a:r>
              <a:rPr lang="en-US" dirty="0">
                <a:hlinkClick r:id="rId3"/>
              </a:rPr>
              <a:t>Sencha | Ext JS Examples</a:t>
            </a:r>
            <a:endParaRPr lang="en-US" dirty="0"/>
          </a:p>
          <a:p>
            <a:pPr lvl="1"/>
            <a:r>
              <a:rPr lang="en-US" dirty="0" err="1">
                <a:hlinkClick r:id="rId4"/>
              </a:rPr>
              <a:t>Coworkee</a:t>
            </a:r>
            <a:r>
              <a:rPr lang="en-US" dirty="0">
                <a:hlinkClick r:id="rId4"/>
              </a:rPr>
              <a:t> | Ext JS Example (sencha.com)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Sencha | Ext JS Examples</a:t>
            </a:r>
            <a:endParaRPr lang="nb-NO" kern="0" dirty="0"/>
          </a:p>
        </p:txBody>
      </p:sp>
      <p:pic>
        <p:nvPicPr>
          <p:cNvPr id="6" name="Picture 5" descr="A screenshot of a computer">
            <a:extLst>
              <a:ext uri="{FF2B5EF4-FFF2-40B4-BE49-F238E27FC236}">
                <a16:creationId xmlns:a16="http://schemas.microsoft.com/office/drawing/2014/main" id="{A116C229-2B0B-F5CE-2EF0-982F8AE15A5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4521" y="488157"/>
            <a:ext cx="5978291" cy="4203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9338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es-ES" dirty="0" err="1"/>
              <a:t>Noen</a:t>
            </a:r>
            <a:r>
              <a:rPr lang="es-ES" dirty="0"/>
              <a:t> </a:t>
            </a:r>
            <a:r>
              <a:rPr lang="es-ES" dirty="0" err="1"/>
              <a:t>Sencha</a:t>
            </a:r>
            <a:r>
              <a:rPr lang="es-ES" dirty="0"/>
              <a:t> </a:t>
            </a:r>
            <a:r>
              <a:rPr lang="es-ES" dirty="0" err="1"/>
              <a:t>produkter</a:t>
            </a:r>
            <a:r>
              <a:rPr lang="es-ES" dirty="0"/>
              <a:t> </a:t>
            </a:r>
          </a:p>
        </p:txBody>
      </p:sp>
      <p:sp>
        <p:nvSpPr>
          <p:cNvPr id="4" name="AutoShape 2" descr="Watch Ext JS Video">
            <a:extLst>
              <a:ext uri="{FF2B5EF4-FFF2-40B4-BE49-F238E27FC236}">
                <a16:creationId xmlns:a16="http://schemas.microsoft.com/office/drawing/2014/main" id="{1640F98E-2AA1-CF9A-46E3-2FD339B6AD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73100" y="182563"/>
            <a:ext cx="285750" cy="285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774B027-0AC4-277E-309D-3BE542607756}"/>
              </a:ext>
            </a:extLst>
          </p:cNvPr>
          <p:cNvSpPr txBox="1">
            <a:spLocks/>
          </p:cNvSpPr>
          <p:nvPr/>
        </p:nvSpPr>
        <p:spPr>
          <a:xfrm>
            <a:off x="961869" y="1418318"/>
            <a:ext cx="10268262" cy="4021364"/>
          </a:xfrm>
          <a:prstGeom prst="rect">
            <a:avLst/>
          </a:prstGeom>
        </p:spPr>
        <p:txBody>
          <a:bodyPr/>
          <a:lstStyle>
            <a:lvl1pPr marL="279884" indent="-27988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3163">
                <a:solidFill>
                  <a:srgbClr val="3F2163"/>
                </a:solidFill>
                <a:latin typeface="+mn-lt"/>
                <a:ea typeface="+mn-ea"/>
                <a:cs typeface="+mn-cs"/>
              </a:defRPr>
            </a:lvl1pPr>
            <a:lvl2pPr marL="585211" indent="-24171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2440">
                <a:solidFill>
                  <a:srgbClr val="3F2163"/>
                </a:solidFill>
                <a:latin typeface="+mn-lt"/>
                <a:ea typeface="+mn-ea"/>
              </a:defRPr>
            </a:lvl2pPr>
            <a:lvl3pPr marL="839651" indent="-21627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988">
                <a:solidFill>
                  <a:srgbClr val="3F2163"/>
                </a:solidFill>
                <a:latin typeface="+mn-lt"/>
                <a:ea typeface="+mn-ea"/>
              </a:defRPr>
            </a:lvl3pPr>
            <a:lvl4pPr marL="1068646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4pPr>
            <a:lvl5pPr marL="1272198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5pPr>
            <a:lvl6pPr marL="1730190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6pPr>
            <a:lvl7pPr marL="2188181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7pPr>
            <a:lvl8pPr marL="2646173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8pPr>
            <a:lvl9pPr marL="3104164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9pPr>
          </a:lstStyle>
          <a:p>
            <a:r>
              <a:rPr lang="nb-NO" kern="0" dirty="0" err="1"/>
              <a:t>Fiddle</a:t>
            </a:r>
            <a:endParaRPr lang="nb-NO" kern="0" dirty="0"/>
          </a:p>
          <a:p>
            <a:pPr lvl="1"/>
            <a:r>
              <a:rPr lang="nb-NO" kern="0" dirty="0">
                <a:sym typeface="Wingdings" panose="05000000000000000000" pitchFamily="2" charset="2"/>
              </a:rPr>
              <a:t>Mange kode-eksempler og mulighet for test  </a:t>
            </a:r>
          </a:p>
          <a:p>
            <a:pPr lvl="1"/>
            <a:r>
              <a:rPr lang="nb-NO" kern="0" dirty="0">
                <a:sym typeface="Wingdings" panose="05000000000000000000" pitchFamily="2" charset="2"/>
              </a:rPr>
              <a:t>Fiddle.sencha.com</a:t>
            </a:r>
          </a:p>
          <a:p>
            <a:r>
              <a:rPr lang="nb-NO" kern="0" dirty="0"/>
              <a:t>UI komponenter 140+ (</a:t>
            </a:r>
            <a:r>
              <a:rPr lang="nb-NO" kern="0" dirty="0" err="1"/>
              <a:t>widgets</a:t>
            </a:r>
            <a:r>
              <a:rPr lang="nb-NO" kern="0" dirty="0"/>
              <a:t>)</a:t>
            </a:r>
          </a:p>
          <a:p>
            <a:pPr lvl="1"/>
            <a:r>
              <a:rPr lang="en-US" dirty="0">
                <a:hlinkClick r:id="rId3"/>
              </a:rPr>
              <a:t>Sencha | Ext JS Examples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Resources</a:t>
            </a:r>
            <a:endParaRPr lang="en-US" dirty="0"/>
          </a:p>
          <a:p>
            <a:r>
              <a:rPr lang="nb-NO" dirty="0"/>
              <a:t>Architect</a:t>
            </a:r>
          </a:p>
          <a:p>
            <a:pPr lvl="1"/>
            <a:r>
              <a:rPr lang="nb-NO" dirty="0"/>
              <a:t>«GUI </a:t>
            </a:r>
            <a:r>
              <a:rPr lang="nb-NO" dirty="0" err="1"/>
              <a:t>Appbuilder</a:t>
            </a:r>
            <a:r>
              <a:rPr lang="nb-NO" dirty="0"/>
              <a:t>» – kan kombineres med </a:t>
            </a:r>
            <a:r>
              <a:rPr lang="nb-NO" dirty="0" err="1"/>
              <a:t>Eclipse</a:t>
            </a:r>
            <a:r>
              <a:rPr lang="nb-NO" dirty="0"/>
              <a:t> </a:t>
            </a:r>
          </a:p>
          <a:p>
            <a:pPr marL="343493" lvl="1" indent="0">
              <a:buNone/>
            </a:pPr>
            <a:endParaRPr lang="nb-NO" kern="0" dirty="0"/>
          </a:p>
          <a:p>
            <a:pPr marL="343493" lvl="1" indent="0">
              <a:buNone/>
            </a:pPr>
            <a:endParaRPr lang="nb-NO" kern="0" dirty="0"/>
          </a:p>
          <a:p>
            <a:pPr marL="0" indent="0">
              <a:buNone/>
            </a:pPr>
            <a:endParaRPr lang="nb-NO" kern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23E8BE-AFB5-D7A3-C47E-18FE29F1BC94}"/>
              </a:ext>
            </a:extLst>
          </p:cNvPr>
          <p:cNvSpPr txBox="1"/>
          <p:nvPr/>
        </p:nvSpPr>
        <p:spPr>
          <a:xfrm>
            <a:off x="4505588" y="2539404"/>
            <a:ext cx="42961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hlinkClick r:id="rId5"/>
              </a:rPr>
              <a:t>Fiddle </a:t>
            </a:r>
          </a:p>
          <a:p>
            <a:pPr marL="0" indent="0">
              <a:buNone/>
            </a:pPr>
            <a:r>
              <a:rPr lang="en-US" dirty="0">
                <a:hlinkClick r:id="rId5"/>
              </a:rPr>
              <a:t> </a:t>
            </a:r>
            <a:endParaRPr lang="nb-NO" b="1" u="none" baseline="0" dirty="0"/>
          </a:p>
        </p:txBody>
      </p:sp>
    </p:spTree>
    <p:extLst>
      <p:ext uri="{BB962C8B-B14F-4D97-AF65-F5344CB8AC3E}">
        <p14:creationId xmlns:p14="http://schemas.microsoft.com/office/powerpoint/2010/main" val="17178290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es-ES" dirty="0" err="1"/>
              <a:t>Sencha</a:t>
            </a:r>
            <a:r>
              <a:rPr lang="es-ES" dirty="0"/>
              <a:t> vs </a:t>
            </a:r>
            <a:r>
              <a:rPr lang="es-ES" dirty="0" err="1"/>
              <a:t>xxxx</a:t>
            </a:r>
            <a:endParaRPr lang="es-ES" dirty="0"/>
          </a:p>
        </p:txBody>
      </p:sp>
      <p:sp>
        <p:nvSpPr>
          <p:cNvPr id="4" name="AutoShape 2" descr="Watch Ext JS Video">
            <a:extLst>
              <a:ext uri="{FF2B5EF4-FFF2-40B4-BE49-F238E27FC236}">
                <a16:creationId xmlns:a16="http://schemas.microsoft.com/office/drawing/2014/main" id="{E94D3DBE-DC3C-EE48-DD4E-19885713EEF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74709" y="182562"/>
            <a:ext cx="2114211" cy="3215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8FF7BC-3138-E307-FF2D-46CA8AEA2F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033" y="1643972"/>
            <a:ext cx="5525575" cy="292009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DBA8E71-74FD-100A-FC26-A04301327F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2023" y="1004476"/>
            <a:ext cx="5819359" cy="312235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CB8802A-F6E4-0337-8ED9-9C0390139C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2903" y="3277460"/>
            <a:ext cx="5710978" cy="2975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5114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es-ES" dirty="0" err="1"/>
              <a:t>Hvorfor</a:t>
            </a:r>
            <a:r>
              <a:rPr lang="es-ES" dirty="0"/>
              <a:t> </a:t>
            </a:r>
            <a:r>
              <a:rPr lang="es-ES" dirty="0" err="1"/>
              <a:t>Sencha</a:t>
            </a:r>
            <a:r>
              <a:rPr lang="es-ES" dirty="0"/>
              <a:t> </a:t>
            </a:r>
          </a:p>
        </p:txBody>
      </p:sp>
      <p:sp>
        <p:nvSpPr>
          <p:cNvPr id="4" name="AutoShape 2" descr="Watch Ext JS Video">
            <a:extLst>
              <a:ext uri="{FF2B5EF4-FFF2-40B4-BE49-F238E27FC236}">
                <a16:creationId xmlns:a16="http://schemas.microsoft.com/office/drawing/2014/main" id="{E94D3DBE-DC3C-EE48-DD4E-19885713EEF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74709" y="182562"/>
            <a:ext cx="2114211" cy="3215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D87050A5-1CAC-DADB-EA16-3570A7513682}"/>
              </a:ext>
            </a:extLst>
          </p:cNvPr>
          <p:cNvSpPr txBox="1">
            <a:spLocks/>
          </p:cNvSpPr>
          <p:nvPr/>
        </p:nvSpPr>
        <p:spPr>
          <a:xfrm>
            <a:off x="989351" y="1712686"/>
            <a:ext cx="10268262" cy="2445657"/>
          </a:xfrm>
          <a:prstGeom prst="rect">
            <a:avLst/>
          </a:prstGeom>
        </p:spPr>
        <p:txBody>
          <a:bodyPr/>
          <a:lstStyle>
            <a:lvl1pPr marL="279884" indent="-27988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3163">
                <a:solidFill>
                  <a:srgbClr val="3F2163"/>
                </a:solidFill>
                <a:latin typeface="+mn-lt"/>
                <a:ea typeface="+mn-ea"/>
                <a:cs typeface="+mn-cs"/>
              </a:defRPr>
            </a:lvl1pPr>
            <a:lvl2pPr marL="585211" indent="-24171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2440">
                <a:solidFill>
                  <a:srgbClr val="3F2163"/>
                </a:solidFill>
                <a:latin typeface="+mn-lt"/>
                <a:ea typeface="+mn-ea"/>
              </a:defRPr>
            </a:lvl2pPr>
            <a:lvl3pPr marL="839651" indent="-21627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988">
                <a:solidFill>
                  <a:srgbClr val="3F2163"/>
                </a:solidFill>
                <a:latin typeface="+mn-lt"/>
                <a:ea typeface="+mn-ea"/>
              </a:defRPr>
            </a:lvl3pPr>
            <a:lvl4pPr marL="1068646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4pPr>
            <a:lvl5pPr marL="1272198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5pPr>
            <a:lvl6pPr marL="1730190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6pPr>
            <a:lvl7pPr marL="2188181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7pPr>
            <a:lvl8pPr marL="2646173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8pPr>
            <a:lvl9pPr marL="3104164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9pPr>
          </a:lstStyle>
          <a:p>
            <a:pPr lvl="1"/>
            <a:r>
              <a:rPr lang="nb-NO" kern="0" dirty="0"/>
              <a:t>Javascript, ingen avhengigheter til andre produkter</a:t>
            </a:r>
          </a:p>
          <a:p>
            <a:pPr lvl="1"/>
            <a:r>
              <a:rPr lang="nb-NO" kern="0" dirty="0"/>
              <a:t>140+  </a:t>
            </a:r>
            <a:r>
              <a:rPr lang="nb-NO" kern="0" dirty="0" err="1"/>
              <a:t>widgets</a:t>
            </a:r>
            <a:r>
              <a:rPr lang="nb-NO" kern="0" dirty="0"/>
              <a:t> (mange og gode eksempler)  </a:t>
            </a:r>
          </a:p>
          <a:p>
            <a:pPr lvl="1"/>
            <a:r>
              <a:rPr lang="nb-NO" kern="0" dirty="0"/>
              <a:t>Trenger ikke å forholde seg til </a:t>
            </a:r>
            <a:r>
              <a:rPr lang="nb-NO" kern="0" dirty="0" err="1"/>
              <a:t>css</a:t>
            </a:r>
            <a:r>
              <a:rPr lang="nb-NO" kern="0" dirty="0"/>
              <a:t> ol </a:t>
            </a:r>
          </a:p>
          <a:p>
            <a:pPr lvl="1"/>
            <a:r>
              <a:rPr lang="nb-NO" kern="0" dirty="0"/>
              <a:t>Ingen behov for html  </a:t>
            </a:r>
          </a:p>
          <a:p>
            <a:pPr lvl="1"/>
            <a:r>
              <a:rPr lang="nb-NO" kern="0" dirty="0"/>
              <a:t>Applikasjons </a:t>
            </a:r>
            <a:r>
              <a:rPr lang="nb-NO" kern="0" dirty="0" err="1"/>
              <a:t>look</a:t>
            </a:r>
            <a:r>
              <a:rPr lang="nb-NO" kern="0" dirty="0"/>
              <a:t> </a:t>
            </a:r>
          </a:p>
          <a:p>
            <a:pPr lvl="1"/>
            <a:r>
              <a:rPr lang="nb-NO" kern="0" dirty="0"/>
              <a:t>Raskt å komme i gang med </a:t>
            </a:r>
          </a:p>
          <a:p>
            <a:pPr lvl="1"/>
            <a:r>
              <a:rPr lang="nb-NO" kern="0" dirty="0" err="1"/>
              <a:t>Eclipse</a:t>
            </a:r>
            <a:r>
              <a:rPr lang="nb-NO" kern="0" dirty="0"/>
              <a:t> IDE </a:t>
            </a:r>
            <a:r>
              <a:rPr lang="nb-NO" kern="0" dirty="0" err="1"/>
              <a:t>plugin</a:t>
            </a:r>
            <a:r>
              <a:rPr lang="nb-NO" kern="0" dirty="0"/>
              <a:t> – sammen men OE</a:t>
            </a:r>
          </a:p>
          <a:p>
            <a:pPr lvl="1"/>
            <a:r>
              <a:rPr lang="nb-NO" kern="0" dirty="0"/>
              <a:t>Bakover - </a:t>
            </a:r>
            <a:r>
              <a:rPr lang="nb-NO" kern="0" dirty="0" err="1"/>
              <a:t>kompabilitet</a:t>
            </a:r>
            <a:r>
              <a:rPr lang="nb-NO" kern="0" dirty="0"/>
              <a:t>  </a:t>
            </a:r>
          </a:p>
          <a:p>
            <a:pPr lvl="2"/>
            <a:endParaRPr lang="nb-NO" kern="0" dirty="0"/>
          </a:p>
          <a:p>
            <a:endParaRPr lang="nb-NO" kern="0" dirty="0"/>
          </a:p>
          <a:p>
            <a:pPr marL="0" indent="0">
              <a:buNone/>
            </a:pPr>
            <a:endParaRPr lang="nb-NO" kern="0" dirty="0"/>
          </a:p>
        </p:txBody>
      </p:sp>
    </p:spTree>
    <p:extLst>
      <p:ext uri="{BB962C8B-B14F-4D97-AF65-F5344CB8AC3E}">
        <p14:creationId xmlns:p14="http://schemas.microsoft.com/office/powerpoint/2010/main" val="10700125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6CCA0F-4F57-60B5-B1CF-B41C71D7C4D7}"/>
              </a:ext>
            </a:extLst>
          </p:cNvPr>
          <p:cNvSpPr/>
          <p:nvPr/>
        </p:nvSpPr>
        <p:spPr bwMode="auto">
          <a:xfrm>
            <a:off x="146533" y="3221643"/>
            <a:ext cx="11364685" cy="726243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Geneva" charset="-128"/>
            </a:endParaRP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es-ES" dirty="0"/>
              <a:t>Agenda</a:t>
            </a:r>
          </a:p>
        </p:txBody>
      </p:sp>
      <p:sp>
        <p:nvSpPr>
          <p:cNvPr id="6" name="Plassholder for innhold 2">
            <a:extLst>
              <a:ext uri="{FF2B5EF4-FFF2-40B4-BE49-F238E27FC236}">
                <a16:creationId xmlns:a16="http://schemas.microsoft.com/office/drawing/2014/main" id="{73DDC9A0-FCD4-7C6E-8D3C-521C169A70A3}"/>
              </a:ext>
            </a:extLst>
          </p:cNvPr>
          <p:cNvSpPr txBox="1">
            <a:spLocks/>
          </p:cNvSpPr>
          <p:nvPr/>
        </p:nvSpPr>
        <p:spPr>
          <a:xfrm>
            <a:off x="989351" y="1712686"/>
            <a:ext cx="10268262" cy="4133478"/>
          </a:xfrm>
          <a:prstGeom prst="rect">
            <a:avLst/>
          </a:prstGeom>
        </p:spPr>
        <p:txBody>
          <a:bodyPr/>
          <a:lstStyle>
            <a:lvl1pPr marL="279884" indent="-27988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3163">
                <a:solidFill>
                  <a:srgbClr val="3F2163"/>
                </a:solidFill>
                <a:latin typeface="+mn-lt"/>
                <a:ea typeface="+mn-ea"/>
                <a:cs typeface="+mn-cs"/>
              </a:defRPr>
            </a:lvl1pPr>
            <a:lvl2pPr marL="585211" indent="-24171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2440">
                <a:solidFill>
                  <a:srgbClr val="3F2163"/>
                </a:solidFill>
                <a:latin typeface="+mn-lt"/>
                <a:ea typeface="+mn-ea"/>
              </a:defRPr>
            </a:lvl2pPr>
            <a:lvl3pPr marL="839651" indent="-21627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988">
                <a:solidFill>
                  <a:srgbClr val="3F2163"/>
                </a:solidFill>
                <a:latin typeface="+mn-lt"/>
                <a:ea typeface="+mn-ea"/>
              </a:defRPr>
            </a:lvl3pPr>
            <a:lvl4pPr marL="1068646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4pPr>
            <a:lvl5pPr marL="1272198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5pPr>
            <a:lvl6pPr marL="1730190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6pPr>
            <a:lvl7pPr marL="2188181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7pPr>
            <a:lvl8pPr marL="2646173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8pPr>
            <a:lvl9pPr marL="3104164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9pPr>
          </a:lstStyle>
          <a:p>
            <a:r>
              <a:rPr lang="nb-NO" kern="0" dirty="0"/>
              <a:t>Hva er </a:t>
            </a:r>
            <a:r>
              <a:rPr lang="nb-NO" kern="0" dirty="0" err="1"/>
              <a:t>Sencha</a:t>
            </a:r>
            <a:r>
              <a:rPr lang="nb-NO" kern="0" dirty="0"/>
              <a:t> ?  </a:t>
            </a:r>
          </a:p>
          <a:p>
            <a:pPr lvl="1"/>
            <a:r>
              <a:rPr lang="nb-NO" kern="0" dirty="0"/>
              <a:t>Historie </a:t>
            </a:r>
          </a:p>
          <a:p>
            <a:pPr lvl="1"/>
            <a:r>
              <a:rPr lang="nb-NO" kern="0" dirty="0"/>
              <a:t>Produkter  </a:t>
            </a:r>
          </a:p>
          <a:p>
            <a:r>
              <a:rPr lang="nb-NO" kern="0" dirty="0"/>
              <a:t>Utvikling i </a:t>
            </a:r>
            <a:r>
              <a:rPr lang="nb-NO" kern="0" dirty="0" err="1"/>
              <a:t>Sencha</a:t>
            </a:r>
            <a:r>
              <a:rPr lang="nb-NO" kern="0" dirty="0"/>
              <a:t> </a:t>
            </a:r>
            <a:r>
              <a:rPr lang="nb-NO" kern="0" dirty="0">
                <a:sym typeface="Wingdings" panose="05000000000000000000" pitchFamily="2" charset="2"/>
              </a:rPr>
              <a:t> Demo – «grid» </a:t>
            </a:r>
            <a:r>
              <a:rPr lang="nb-NO" kern="0" dirty="0"/>
              <a:t> </a:t>
            </a:r>
          </a:p>
          <a:p>
            <a:r>
              <a:rPr lang="nb-NO" kern="0" dirty="0" err="1"/>
              <a:t>Sencha</a:t>
            </a:r>
            <a:r>
              <a:rPr lang="nb-NO" kern="0" dirty="0"/>
              <a:t> i </a:t>
            </a:r>
            <a:r>
              <a:rPr lang="nb-NO" kern="0" dirty="0" err="1"/>
              <a:t>Proventus</a:t>
            </a:r>
            <a:r>
              <a:rPr lang="nb-NO" kern="0" dirty="0"/>
              <a:t> </a:t>
            </a:r>
            <a:r>
              <a:rPr lang="nb-NO" kern="0" dirty="0">
                <a:sym typeface="Wingdings" panose="05000000000000000000" pitchFamily="2" charset="2"/>
              </a:rPr>
              <a:t> </a:t>
            </a:r>
            <a:r>
              <a:rPr lang="nb-NO" kern="0" dirty="0" err="1">
                <a:sym typeface="Wingdings" panose="05000000000000000000" pitchFamily="2" charset="2"/>
              </a:rPr>
              <a:t>Merida</a:t>
            </a:r>
            <a:r>
              <a:rPr lang="nb-NO" kern="0" dirty="0">
                <a:sym typeface="Wingdings" panose="05000000000000000000" pitchFamily="2" charset="2"/>
              </a:rPr>
              <a:t> Web</a:t>
            </a:r>
            <a:endParaRPr lang="nb-NO" kern="0" dirty="0"/>
          </a:p>
          <a:p>
            <a:r>
              <a:rPr lang="nb-NO" kern="0" dirty="0"/>
              <a:t>Tanker om webutvikling med Progress </a:t>
            </a:r>
          </a:p>
          <a:p>
            <a:pPr marL="0" indent="0">
              <a:buNone/>
            </a:pPr>
            <a:endParaRPr lang="nb-NO" kern="0" dirty="0"/>
          </a:p>
          <a:p>
            <a:pPr marL="0" indent="0">
              <a:buNone/>
            </a:pPr>
            <a:endParaRPr lang="nb-NO" kern="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085587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es-ES" dirty="0"/>
              <a:t>Demo</a:t>
            </a:r>
          </a:p>
        </p:txBody>
      </p:sp>
      <p:sp>
        <p:nvSpPr>
          <p:cNvPr id="4" name="AutoShape 2" descr="Watch Ext JS Video">
            <a:extLst>
              <a:ext uri="{FF2B5EF4-FFF2-40B4-BE49-F238E27FC236}">
                <a16:creationId xmlns:a16="http://schemas.microsoft.com/office/drawing/2014/main" id="{1640F98E-2AA1-CF9A-46E3-2FD339B6AD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73100" y="182563"/>
            <a:ext cx="285750" cy="285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7E9CED89-BA6E-11C8-D4D6-332409BFD3F0}"/>
              </a:ext>
            </a:extLst>
          </p:cNvPr>
          <p:cNvSpPr txBox="1">
            <a:spLocks/>
          </p:cNvSpPr>
          <p:nvPr/>
        </p:nvSpPr>
        <p:spPr>
          <a:xfrm>
            <a:off x="961869" y="1418318"/>
            <a:ext cx="10268262" cy="4021364"/>
          </a:xfrm>
          <a:prstGeom prst="rect">
            <a:avLst/>
          </a:prstGeom>
        </p:spPr>
        <p:txBody>
          <a:bodyPr/>
          <a:lstStyle>
            <a:lvl1pPr marL="279884" indent="-27988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3163">
                <a:solidFill>
                  <a:srgbClr val="3F2163"/>
                </a:solidFill>
                <a:latin typeface="+mn-lt"/>
                <a:ea typeface="+mn-ea"/>
                <a:cs typeface="+mn-cs"/>
              </a:defRPr>
            </a:lvl1pPr>
            <a:lvl2pPr marL="585211" indent="-24171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2440">
                <a:solidFill>
                  <a:srgbClr val="3F2163"/>
                </a:solidFill>
                <a:latin typeface="+mn-lt"/>
                <a:ea typeface="+mn-ea"/>
              </a:defRPr>
            </a:lvl2pPr>
            <a:lvl3pPr marL="839651" indent="-21627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988">
                <a:solidFill>
                  <a:srgbClr val="3F2163"/>
                </a:solidFill>
                <a:latin typeface="+mn-lt"/>
                <a:ea typeface="+mn-ea"/>
              </a:defRPr>
            </a:lvl3pPr>
            <a:lvl4pPr marL="1068646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4pPr>
            <a:lvl5pPr marL="1272198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5pPr>
            <a:lvl6pPr marL="1730190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6pPr>
            <a:lvl7pPr marL="2188181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7pPr>
            <a:lvl8pPr marL="2646173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8pPr>
            <a:lvl9pPr marL="3104164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9pPr>
          </a:lstStyle>
          <a:p>
            <a:r>
              <a:rPr lang="nb-NO" kern="0" dirty="0"/>
              <a:t>Hvordan starte med </a:t>
            </a:r>
            <a:r>
              <a:rPr lang="nb-NO" kern="0" dirty="0" err="1"/>
              <a:t>Sencha</a:t>
            </a:r>
            <a:r>
              <a:rPr lang="nb-NO" kern="0" dirty="0"/>
              <a:t> -&gt; PASOE</a:t>
            </a:r>
          </a:p>
          <a:p>
            <a:pPr lvl="1"/>
            <a:r>
              <a:rPr lang="nb-NO" kern="0" dirty="0">
                <a:sym typeface="Wingdings" panose="05000000000000000000" pitchFamily="2" charset="2"/>
              </a:rPr>
              <a:t>Starte helt fra nytt prosjekt OE/</a:t>
            </a:r>
            <a:r>
              <a:rPr lang="nb-NO" kern="0" dirty="0" err="1">
                <a:sym typeface="Wingdings" panose="05000000000000000000" pitchFamily="2" charset="2"/>
              </a:rPr>
              <a:t>Sencha</a:t>
            </a:r>
            <a:r>
              <a:rPr lang="nb-NO" kern="0" dirty="0">
                <a:sym typeface="Wingdings" panose="05000000000000000000" pitchFamily="2" charset="2"/>
              </a:rPr>
              <a:t> (</a:t>
            </a:r>
            <a:r>
              <a:rPr lang="nb-NO" kern="0" dirty="0" err="1">
                <a:sym typeface="Wingdings" panose="05000000000000000000" pitchFamily="2" charset="2"/>
              </a:rPr>
              <a:t>ui</a:t>
            </a:r>
            <a:r>
              <a:rPr lang="nb-NO" kern="0" dirty="0">
                <a:sym typeface="Wingdings" panose="05000000000000000000" pitchFamily="2" charset="2"/>
              </a:rPr>
              <a:t>/server)</a:t>
            </a:r>
          </a:p>
          <a:p>
            <a:pPr lvl="1"/>
            <a:r>
              <a:rPr lang="nb-NO" kern="0" dirty="0">
                <a:sym typeface="Wingdings" panose="05000000000000000000" pitchFamily="2" charset="2"/>
              </a:rPr>
              <a:t>Legge til </a:t>
            </a:r>
            <a:r>
              <a:rPr lang="nb-NO" kern="0" dirty="0" err="1">
                <a:sym typeface="Wingdings" panose="05000000000000000000" pitchFamily="2" charset="2"/>
              </a:rPr>
              <a:t>toolbars</a:t>
            </a:r>
            <a:r>
              <a:rPr lang="nb-NO" kern="0" dirty="0">
                <a:sym typeface="Wingdings" panose="05000000000000000000" pitchFamily="2" charset="2"/>
              </a:rPr>
              <a:t> i </a:t>
            </a:r>
            <a:r>
              <a:rPr lang="nb-NO" kern="0" dirty="0" err="1">
                <a:sym typeface="Wingdings" panose="05000000000000000000" pitchFamily="2" charset="2"/>
              </a:rPr>
              <a:t>Sencha</a:t>
            </a:r>
            <a:r>
              <a:rPr lang="nb-NO" kern="0" dirty="0">
                <a:sym typeface="Wingdings" panose="05000000000000000000" pitchFamily="2" charset="2"/>
              </a:rPr>
              <a:t> med hjelp fra Microsoft </a:t>
            </a:r>
            <a:r>
              <a:rPr lang="nb-NO" kern="0" dirty="0" err="1">
                <a:sym typeface="Wingdings" panose="05000000000000000000" pitchFamily="2" charset="2"/>
              </a:rPr>
              <a:t>Copilot</a:t>
            </a:r>
            <a:r>
              <a:rPr lang="nb-NO" kern="0" dirty="0">
                <a:sym typeface="Wingdings" panose="05000000000000000000" pitchFamily="2" charset="2"/>
              </a:rPr>
              <a:t>  </a:t>
            </a:r>
          </a:p>
          <a:p>
            <a:pPr lvl="1"/>
            <a:r>
              <a:rPr lang="nb-NO" kern="0" dirty="0">
                <a:sym typeface="Wingdings" panose="05000000000000000000" pitchFamily="2" charset="2"/>
              </a:rPr>
              <a:t>Vise hvordan en kobler en </a:t>
            </a:r>
            <a:r>
              <a:rPr lang="nb-NO" kern="0" dirty="0" err="1">
                <a:sym typeface="Wingdings" panose="05000000000000000000" pitchFamily="2" charset="2"/>
              </a:rPr>
              <a:t>Sencha</a:t>
            </a:r>
            <a:r>
              <a:rPr lang="nb-NO" kern="0" dirty="0">
                <a:sym typeface="Wingdings" panose="05000000000000000000" pitchFamily="2" charset="2"/>
              </a:rPr>
              <a:t> grid til progress </a:t>
            </a:r>
            <a:r>
              <a:rPr lang="nb-NO" kern="0" dirty="0" err="1">
                <a:sym typeface="Wingdings" panose="05000000000000000000" pitchFamily="2" charset="2"/>
              </a:rPr>
              <a:t>datasource</a:t>
            </a:r>
            <a:endParaRPr lang="nb-NO" kern="0" dirty="0">
              <a:sym typeface="Wingdings" panose="05000000000000000000" pitchFamily="2" charset="2"/>
            </a:endParaRPr>
          </a:p>
          <a:p>
            <a:pPr lvl="1"/>
            <a:r>
              <a:rPr lang="nb-NO" kern="0" dirty="0">
                <a:sym typeface="Wingdings" panose="05000000000000000000" pitchFamily="2" charset="2"/>
              </a:rPr>
              <a:t>Deployment av web applikasjon til webserver  (PASOE/IIS)</a:t>
            </a:r>
          </a:p>
          <a:p>
            <a:r>
              <a:rPr lang="nb-NO" dirty="0" err="1"/>
              <a:t>Sencha</a:t>
            </a:r>
            <a:r>
              <a:rPr lang="nb-NO" dirty="0"/>
              <a:t> komponenter i demo </a:t>
            </a:r>
            <a:endParaRPr lang="nb-NO" kern="0" dirty="0"/>
          </a:p>
          <a:p>
            <a:pPr lvl="1"/>
            <a:r>
              <a:rPr lang="nb-NO" kern="0" dirty="0"/>
              <a:t>IDE – </a:t>
            </a:r>
            <a:r>
              <a:rPr lang="nb-NO" kern="0" dirty="0" err="1"/>
              <a:t>Eclipse</a:t>
            </a:r>
            <a:r>
              <a:rPr lang="nb-NO" kern="0" dirty="0"/>
              <a:t> </a:t>
            </a:r>
            <a:r>
              <a:rPr lang="nb-NO" kern="0" dirty="0" err="1"/>
              <a:t>Plugin</a:t>
            </a:r>
            <a:r>
              <a:rPr lang="nb-NO" kern="0" dirty="0"/>
              <a:t> </a:t>
            </a:r>
          </a:p>
          <a:p>
            <a:pPr lvl="1"/>
            <a:r>
              <a:rPr lang="nb-NO" kern="0" dirty="0"/>
              <a:t>CMD, UI </a:t>
            </a:r>
            <a:r>
              <a:rPr lang="nb-NO" kern="0" dirty="0" err="1"/>
              <a:t>components</a:t>
            </a:r>
            <a:r>
              <a:rPr lang="nb-NO" kern="0" dirty="0"/>
              <a:t>, </a:t>
            </a:r>
            <a:r>
              <a:rPr lang="nb-NO" kern="0" dirty="0" err="1"/>
              <a:t>Extjs</a:t>
            </a:r>
            <a:r>
              <a:rPr lang="nb-NO" kern="0" dirty="0"/>
              <a:t> </a:t>
            </a:r>
            <a:r>
              <a:rPr lang="nb-NO" kern="0" dirty="0" err="1"/>
              <a:t>core,Watcher</a:t>
            </a:r>
            <a:endParaRPr lang="nb-NO" kern="0" dirty="0"/>
          </a:p>
          <a:p>
            <a:r>
              <a:rPr lang="nb-NO" kern="0" dirty="0">
                <a:sym typeface="Wingdings" panose="05000000000000000000" pitchFamily="2" charset="2"/>
              </a:rPr>
              <a:t>Se på MVC/MVVM – Kodestruktur i </a:t>
            </a:r>
            <a:r>
              <a:rPr lang="nb-NO" kern="0" dirty="0" err="1">
                <a:sym typeface="Wingdings" panose="05000000000000000000" pitchFamily="2" charset="2"/>
              </a:rPr>
              <a:t>Sencha</a:t>
            </a:r>
            <a:r>
              <a:rPr lang="nb-NO" kern="0" dirty="0"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endParaRPr lang="nb-NO" kern="0" dirty="0"/>
          </a:p>
        </p:txBody>
      </p:sp>
    </p:spTree>
    <p:extLst>
      <p:ext uri="{BB962C8B-B14F-4D97-AF65-F5344CB8AC3E}">
        <p14:creationId xmlns:p14="http://schemas.microsoft.com/office/powerpoint/2010/main" val="35571985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5" y="488157"/>
            <a:ext cx="8791786" cy="539750"/>
          </a:xfrm>
        </p:spPr>
        <p:txBody>
          <a:bodyPr wrap="square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s-ES" dirty="0"/>
              <a:t>MVC </a:t>
            </a:r>
            <a:r>
              <a:rPr lang="es-ES" dirty="0">
                <a:sym typeface="Wingdings" panose="05000000000000000000" pitchFamily="2" charset="2"/>
              </a:rPr>
              <a:t> MVVM</a:t>
            </a:r>
            <a:r>
              <a:rPr lang="es-ES" dirty="0"/>
              <a:t> </a:t>
            </a:r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35896A0D-FFC5-A1BF-A683-5DB30E3164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850" y="1511359"/>
            <a:ext cx="5151967" cy="4082933"/>
          </a:xfrm>
          <a:prstGeom prst="rect">
            <a:avLst/>
          </a:prstGeom>
          <a:noFill/>
        </p:spPr>
      </p:pic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458294B1-DAEE-23B9-8AAE-5641E0F129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53201" y="2085976"/>
            <a:ext cx="5154084" cy="2747281"/>
          </a:xfrm>
        </p:spPr>
        <p:txBody>
          <a:bodyPr/>
          <a:lstStyle/>
          <a:p>
            <a:r>
              <a:rPr lang="en-US" b="0" i="0" dirty="0">
                <a:solidFill>
                  <a:srgbClr val="202124"/>
                </a:solidFill>
                <a:effectLst/>
                <a:latin typeface="Google Sans"/>
              </a:rPr>
              <a:t>The MVC pattern was </a:t>
            </a:r>
            <a:r>
              <a:rPr lang="en-US" b="0" i="0" dirty="0">
                <a:solidFill>
                  <a:srgbClr val="040C28"/>
                </a:solidFill>
                <a:effectLst/>
                <a:latin typeface="Google Sans"/>
              </a:rPr>
              <a:t>first introduced in 1979 by computer scientist Trygve </a:t>
            </a:r>
            <a:r>
              <a:rPr lang="en-US" b="0" i="0" dirty="0" err="1">
                <a:solidFill>
                  <a:srgbClr val="040C28"/>
                </a:solidFill>
                <a:effectLst/>
                <a:latin typeface="Google Sans"/>
              </a:rPr>
              <a:t>Mikkjel</a:t>
            </a:r>
            <a:r>
              <a:rPr lang="en-US" b="0" i="0" dirty="0">
                <a:solidFill>
                  <a:srgbClr val="040C28"/>
                </a:solidFill>
                <a:effectLst/>
                <a:latin typeface="Google Sans"/>
              </a:rPr>
              <a:t> Heyerdahl </a:t>
            </a:r>
            <a:r>
              <a:rPr lang="en-US" b="0" i="0" dirty="0" err="1">
                <a:solidFill>
                  <a:srgbClr val="040C28"/>
                </a:solidFill>
                <a:effectLst/>
                <a:latin typeface="Google Sans"/>
              </a:rPr>
              <a:t>Reenskaug</a:t>
            </a:r>
            <a:r>
              <a:rPr lang="en-US" b="0" i="0" dirty="0">
                <a:solidFill>
                  <a:srgbClr val="202124"/>
                </a:solidFill>
                <a:effectLst/>
                <a:latin typeface="Google Sans"/>
              </a:rPr>
              <a:t>. </a:t>
            </a:r>
          </a:p>
          <a:p>
            <a:r>
              <a:rPr lang="en-US" b="0" i="0" dirty="0">
                <a:solidFill>
                  <a:srgbClr val="202124"/>
                </a:solidFill>
                <a:effectLst/>
                <a:latin typeface="Google Sans"/>
              </a:rPr>
              <a:t>Small Talk</a:t>
            </a:r>
            <a:endParaRPr lang="en-US" dirty="0"/>
          </a:p>
        </p:txBody>
      </p:sp>
      <p:sp>
        <p:nvSpPr>
          <p:cNvPr id="4" name="AutoShape 2" descr="Watch Ext JS Video">
            <a:extLst>
              <a:ext uri="{FF2B5EF4-FFF2-40B4-BE49-F238E27FC236}">
                <a16:creationId xmlns:a16="http://schemas.microsoft.com/office/drawing/2014/main" id="{1640F98E-2AA1-CF9A-46E3-2FD339B6AD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73100" y="182563"/>
            <a:ext cx="285750" cy="285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7289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es-ES" dirty="0" err="1"/>
              <a:t>Sencha</a:t>
            </a:r>
            <a:r>
              <a:rPr lang="es-ES" dirty="0"/>
              <a:t> </a:t>
            </a:r>
            <a:r>
              <a:rPr lang="es-ES" dirty="0" err="1"/>
              <a:t>komponenter</a:t>
            </a:r>
            <a:r>
              <a:rPr lang="es-ES" dirty="0"/>
              <a:t> i demo	</a:t>
            </a:r>
          </a:p>
        </p:txBody>
      </p:sp>
      <p:sp>
        <p:nvSpPr>
          <p:cNvPr id="6" name="Plassholder for innhold 2">
            <a:extLst>
              <a:ext uri="{FF2B5EF4-FFF2-40B4-BE49-F238E27FC236}">
                <a16:creationId xmlns:a16="http://schemas.microsoft.com/office/drawing/2014/main" id="{73DDC9A0-FCD4-7C6E-8D3C-521C169A70A3}"/>
              </a:ext>
            </a:extLst>
          </p:cNvPr>
          <p:cNvSpPr txBox="1">
            <a:spLocks/>
          </p:cNvSpPr>
          <p:nvPr/>
        </p:nvSpPr>
        <p:spPr>
          <a:xfrm>
            <a:off x="989351" y="1712686"/>
            <a:ext cx="10268262" cy="4021364"/>
          </a:xfrm>
          <a:prstGeom prst="rect">
            <a:avLst/>
          </a:prstGeom>
        </p:spPr>
        <p:txBody>
          <a:bodyPr/>
          <a:lstStyle>
            <a:lvl1pPr marL="279884" indent="-27988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3163">
                <a:solidFill>
                  <a:srgbClr val="3F2163"/>
                </a:solidFill>
                <a:latin typeface="+mn-lt"/>
                <a:ea typeface="+mn-ea"/>
                <a:cs typeface="+mn-cs"/>
              </a:defRPr>
            </a:lvl1pPr>
            <a:lvl2pPr marL="585211" indent="-24171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2440">
                <a:solidFill>
                  <a:srgbClr val="3F2163"/>
                </a:solidFill>
                <a:latin typeface="+mn-lt"/>
                <a:ea typeface="+mn-ea"/>
              </a:defRPr>
            </a:lvl2pPr>
            <a:lvl3pPr marL="839651" indent="-21627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988">
                <a:solidFill>
                  <a:srgbClr val="3F2163"/>
                </a:solidFill>
                <a:latin typeface="+mn-lt"/>
                <a:ea typeface="+mn-ea"/>
              </a:defRPr>
            </a:lvl3pPr>
            <a:lvl4pPr marL="1068646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4pPr>
            <a:lvl5pPr marL="1272198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5pPr>
            <a:lvl6pPr marL="1730190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6pPr>
            <a:lvl7pPr marL="2188181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7pPr>
            <a:lvl8pPr marL="2646173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8pPr>
            <a:lvl9pPr marL="3104164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9pPr>
          </a:lstStyle>
          <a:p>
            <a:r>
              <a:rPr lang="nb-NO" kern="0" dirty="0"/>
              <a:t>IDE - </a:t>
            </a:r>
            <a:r>
              <a:rPr lang="nb-NO" kern="0" dirty="0" err="1"/>
              <a:t>Eclipse</a:t>
            </a:r>
            <a:r>
              <a:rPr lang="nb-NO" kern="0" dirty="0"/>
              <a:t> </a:t>
            </a:r>
            <a:r>
              <a:rPr lang="nb-NO" kern="0" dirty="0" err="1"/>
              <a:t>plugin</a:t>
            </a:r>
            <a:endParaRPr lang="nb-NO" kern="0" dirty="0"/>
          </a:p>
          <a:p>
            <a:r>
              <a:rPr lang="nb-NO" kern="0" dirty="0"/>
              <a:t>CMD</a:t>
            </a:r>
            <a:endParaRPr lang="nb-NO" kern="0" dirty="0">
              <a:sym typeface="Wingdings" panose="05000000000000000000" pitchFamily="2" charset="2"/>
            </a:endParaRPr>
          </a:p>
          <a:p>
            <a:r>
              <a:rPr lang="nb-NO" dirty="0"/>
              <a:t>Architect</a:t>
            </a:r>
            <a:endParaRPr lang="nb-NO" kern="0" dirty="0"/>
          </a:p>
          <a:p>
            <a:r>
              <a:rPr lang="nb-NO" kern="0" dirty="0"/>
              <a:t>UI </a:t>
            </a:r>
            <a:r>
              <a:rPr lang="nb-NO" kern="0" dirty="0" err="1"/>
              <a:t>components</a:t>
            </a:r>
            <a:endParaRPr lang="nb-NO" kern="0" dirty="0"/>
          </a:p>
          <a:p>
            <a:r>
              <a:rPr lang="nb-NO" kern="0" dirty="0" err="1"/>
              <a:t>Ext</a:t>
            </a:r>
            <a:r>
              <a:rPr lang="nb-NO" kern="0" dirty="0"/>
              <a:t> </a:t>
            </a:r>
            <a:r>
              <a:rPr lang="nb-NO" kern="0" dirty="0" err="1"/>
              <a:t>Js</a:t>
            </a:r>
            <a:r>
              <a:rPr lang="nb-NO" kern="0" dirty="0"/>
              <a:t> kjerne </a:t>
            </a:r>
          </a:p>
          <a:p>
            <a:r>
              <a:rPr lang="nb-NO" kern="0" dirty="0" err="1"/>
              <a:t>Watcher</a:t>
            </a:r>
            <a:r>
              <a:rPr lang="nb-NO" kern="0" dirty="0"/>
              <a:t> </a:t>
            </a:r>
          </a:p>
          <a:p>
            <a:pPr marL="0" indent="0">
              <a:buNone/>
            </a:pPr>
            <a:endParaRPr lang="nb-NO" kern="0" dirty="0"/>
          </a:p>
        </p:txBody>
      </p:sp>
      <p:sp>
        <p:nvSpPr>
          <p:cNvPr id="4" name="AutoShape 2" descr="Watch Ext JS Video">
            <a:extLst>
              <a:ext uri="{FF2B5EF4-FFF2-40B4-BE49-F238E27FC236}">
                <a16:creationId xmlns:a16="http://schemas.microsoft.com/office/drawing/2014/main" id="{E94D3DBE-DC3C-EE48-DD4E-19885713EEF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74709" y="182562"/>
            <a:ext cx="2114211" cy="3215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2550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6CCA0F-4F57-60B5-B1CF-B41C71D7C4D7}"/>
              </a:ext>
            </a:extLst>
          </p:cNvPr>
          <p:cNvSpPr/>
          <p:nvPr/>
        </p:nvSpPr>
        <p:spPr bwMode="auto">
          <a:xfrm>
            <a:off x="233618" y="3903815"/>
            <a:ext cx="11364685" cy="726243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Geneva" charset="-128"/>
            </a:endParaRP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es-ES" dirty="0"/>
              <a:t>Agenda</a:t>
            </a:r>
          </a:p>
        </p:txBody>
      </p:sp>
      <p:sp>
        <p:nvSpPr>
          <p:cNvPr id="6" name="Plassholder for innhold 2">
            <a:extLst>
              <a:ext uri="{FF2B5EF4-FFF2-40B4-BE49-F238E27FC236}">
                <a16:creationId xmlns:a16="http://schemas.microsoft.com/office/drawing/2014/main" id="{73DDC9A0-FCD4-7C6E-8D3C-521C169A70A3}"/>
              </a:ext>
            </a:extLst>
          </p:cNvPr>
          <p:cNvSpPr txBox="1">
            <a:spLocks/>
          </p:cNvSpPr>
          <p:nvPr/>
        </p:nvSpPr>
        <p:spPr>
          <a:xfrm>
            <a:off x="989351" y="1712686"/>
            <a:ext cx="10268262" cy="4133478"/>
          </a:xfrm>
          <a:prstGeom prst="rect">
            <a:avLst/>
          </a:prstGeom>
        </p:spPr>
        <p:txBody>
          <a:bodyPr/>
          <a:lstStyle>
            <a:lvl1pPr marL="279884" indent="-27988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3163">
                <a:solidFill>
                  <a:srgbClr val="3F2163"/>
                </a:solidFill>
                <a:latin typeface="+mn-lt"/>
                <a:ea typeface="+mn-ea"/>
                <a:cs typeface="+mn-cs"/>
              </a:defRPr>
            </a:lvl1pPr>
            <a:lvl2pPr marL="585211" indent="-24171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2440">
                <a:solidFill>
                  <a:srgbClr val="3F2163"/>
                </a:solidFill>
                <a:latin typeface="+mn-lt"/>
                <a:ea typeface="+mn-ea"/>
              </a:defRPr>
            </a:lvl2pPr>
            <a:lvl3pPr marL="839651" indent="-21627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988">
                <a:solidFill>
                  <a:srgbClr val="3F2163"/>
                </a:solidFill>
                <a:latin typeface="+mn-lt"/>
                <a:ea typeface="+mn-ea"/>
              </a:defRPr>
            </a:lvl3pPr>
            <a:lvl4pPr marL="1068646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4pPr>
            <a:lvl5pPr marL="1272198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5pPr>
            <a:lvl6pPr marL="1730190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6pPr>
            <a:lvl7pPr marL="2188181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7pPr>
            <a:lvl8pPr marL="2646173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8pPr>
            <a:lvl9pPr marL="3104164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9pPr>
          </a:lstStyle>
          <a:p>
            <a:r>
              <a:rPr lang="nb-NO" kern="0" dirty="0"/>
              <a:t>Hva er </a:t>
            </a:r>
            <a:r>
              <a:rPr lang="nb-NO" kern="0" dirty="0" err="1"/>
              <a:t>Sencha</a:t>
            </a:r>
            <a:r>
              <a:rPr lang="nb-NO" kern="0" dirty="0"/>
              <a:t> ?  </a:t>
            </a:r>
          </a:p>
          <a:p>
            <a:pPr lvl="1"/>
            <a:r>
              <a:rPr lang="nb-NO" kern="0" dirty="0"/>
              <a:t>Historie </a:t>
            </a:r>
          </a:p>
          <a:p>
            <a:pPr lvl="1"/>
            <a:r>
              <a:rPr lang="nb-NO" kern="0" dirty="0"/>
              <a:t>Produkter  </a:t>
            </a:r>
          </a:p>
          <a:p>
            <a:r>
              <a:rPr lang="nb-NO" kern="0" dirty="0"/>
              <a:t>Utvikling i </a:t>
            </a:r>
            <a:r>
              <a:rPr lang="nb-NO" kern="0" dirty="0" err="1"/>
              <a:t>Sencha</a:t>
            </a:r>
            <a:r>
              <a:rPr lang="nb-NO" kern="0" dirty="0"/>
              <a:t> </a:t>
            </a:r>
            <a:r>
              <a:rPr lang="nb-NO" kern="0" dirty="0">
                <a:sym typeface="Wingdings" panose="05000000000000000000" pitchFamily="2" charset="2"/>
              </a:rPr>
              <a:t> Demo – «grid» </a:t>
            </a:r>
            <a:r>
              <a:rPr lang="nb-NO" kern="0" dirty="0"/>
              <a:t> </a:t>
            </a:r>
          </a:p>
          <a:p>
            <a:r>
              <a:rPr lang="nb-NO" kern="0" dirty="0" err="1"/>
              <a:t>Sencha</a:t>
            </a:r>
            <a:r>
              <a:rPr lang="nb-NO" kern="0" dirty="0"/>
              <a:t> i </a:t>
            </a:r>
            <a:r>
              <a:rPr lang="nb-NO" kern="0" dirty="0" err="1"/>
              <a:t>Proventus</a:t>
            </a:r>
            <a:r>
              <a:rPr lang="nb-NO" kern="0" dirty="0"/>
              <a:t> </a:t>
            </a:r>
            <a:r>
              <a:rPr lang="nb-NO" kern="0" dirty="0">
                <a:sym typeface="Wingdings" panose="05000000000000000000" pitchFamily="2" charset="2"/>
              </a:rPr>
              <a:t>  </a:t>
            </a:r>
            <a:r>
              <a:rPr lang="nb-NO" kern="0" dirty="0" err="1">
                <a:sym typeface="Wingdings" panose="05000000000000000000" pitchFamily="2" charset="2"/>
              </a:rPr>
              <a:t>Merida</a:t>
            </a:r>
            <a:r>
              <a:rPr lang="nb-NO" kern="0" dirty="0">
                <a:sym typeface="Wingdings" panose="05000000000000000000" pitchFamily="2" charset="2"/>
              </a:rPr>
              <a:t> Web</a:t>
            </a:r>
            <a:endParaRPr lang="nb-NO" kern="0" dirty="0"/>
          </a:p>
          <a:p>
            <a:r>
              <a:rPr lang="nb-NO" kern="0" dirty="0"/>
              <a:t>Tanker om webutvikling med Progress </a:t>
            </a:r>
          </a:p>
          <a:p>
            <a:pPr marL="0" indent="0">
              <a:buNone/>
            </a:pPr>
            <a:endParaRPr lang="nb-NO" kern="0" dirty="0"/>
          </a:p>
          <a:p>
            <a:pPr marL="0" indent="0">
              <a:buNone/>
            </a:pPr>
            <a:endParaRPr lang="nb-NO" kern="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620248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es-ES" dirty="0" err="1"/>
              <a:t>Merida</a:t>
            </a:r>
            <a:endParaRPr lang="es-ES" dirty="0"/>
          </a:p>
        </p:txBody>
      </p:sp>
      <p:sp>
        <p:nvSpPr>
          <p:cNvPr id="6" name="Plassholder for innhold 2">
            <a:extLst>
              <a:ext uri="{FF2B5EF4-FFF2-40B4-BE49-F238E27FC236}">
                <a16:creationId xmlns:a16="http://schemas.microsoft.com/office/drawing/2014/main" id="{73DDC9A0-FCD4-7C6E-8D3C-521C169A70A3}"/>
              </a:ext>
            </a:extLst>
          </p:cNvPr>
          <p:cNvSpPr txBox="1">
            <a:spLocks/>
          </p:cNvSpPr>
          <p:nvPr/>
        </p:nvSpPr>
        <p:spPr>
          <a:xfrm>
            <a:off x="989351" y="1712686"/>
            <a:ext cx="10268262" cy="4133478"/>
          </a:xfrm>
          <a:prstGeom prst="rect">
            <a:avLst/>
          </a:prstGeom>
        </p:spPr>
        <p:txBody>
          <a:bodyPr/>
          <a:lstStyle>
            <a:lvl1pPr marL="279884" indent="-27988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3163">
                <a:solidFill>
                  <a:srgbClr val="3F2163"/>
                </a:solidFill>
                <a:latin typeface="+mn-lt"/>
                <a:ea typeface="+mn-ea"/>
                <a:cs typeface="+mn-cs"/>
              </a:defRPr>
            </a:lvl1pPr>
            <a:lvl2pPr marL="585211" indent="-24171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2440">
                <a:solidFill>
                  <a:srgbClr val="3F2163"/>
                </a:solidFill>
                <a:latin typeface="+mn-lt"/>
                <a:ea typeface="+mn-ea"/>
              </a:defRPr>
            </a:lvl2pPr>
            <a:lvl3pPr marL="839651" indent="-21627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988">
                <a:solidFill>
                  <a:srgbClr val="3F2163"/>
                </a:solidFill>
                <a:latin typeface="+mn-lt"/>
                <a:ea typeface="+mn-ea"/>
              </a:defRPr>
            </a:lvl3pPr>
            <a:lvl4pPr marL="1068646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4pPr>
            <a:lvl5pPr marL="1272198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5pPr>
            <a:lvl6pPr marL="1730190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6pPr>
            <a:lvl7pPr marL="2188181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7pPr>
            <a:lvl8pPr marL="2646173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8pPr>
            <a:lvl9pPr marL="3104164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9pPr>
          </a:lstStyle>
          <a:p>
            <a:r>
              <a:rPr lang="nb-NO" kern="0" dirty="0" err="1"/>
              <a:t>Merida</a:t>
            </a:r>
            <a:r>
              <a:rPr lang="nb-NO" kern="0" dirty="0"/>
              <a:t> – System for MTU </a:t>
            </a:r>
          </a:p>
          <a:p>
            <a:r>
              <a:rPr lang="nb-NO" kern="0" dirty="0"/>
              <a:t>Utviklet i Progress fra 1991  Client/Server</a:t>
            </a:r>
          </a:p>
          <a:p>
            <a:pPr lvl="1"/>
            <a:r>
              <a:rPr lang="nb-NO" kern="0" dirty="0"/>
              <a:t>Haukland sykehus MTU-BHM og logistikk mm </a:t>
            </a:r>
          </a:p>
          <a:p>
            <a:r>
              <a:rPr lang="nb-NO" kern="0" dirty="0" err="1"/>
              <a:t>Extjs</a:t>
            </a:r>
            <a:r>
              <a:rPr lang="nb-NO" kern="0" dirty="0"/>
              <a:t> Modul i 2008 </a:t>
            </a:r>
          </a:p>
          <a:p>
            <a:r>
              <a:rPr lang="nb-NO" kern="0" dirty="0"/>
              <a:t>Moderniserings prosjekt 2018 </a:t>
            </a:r>
          </a:p>
          <a:p>
            <a:pPr lvl="1"/>
            <a:r>
              <a:rPr lang="nb-NO" kern="0" dirty="0"/>
              <a:t>Oppgradering til </a:t>
            </a:r>
            <a:r>
              <a:rPr lang="nb-NO" kern="0" dirty="0" err="1"/>
              <a:t>Extjs</a:t>
            </a:r>
            <a:r>
              <a:rPr lang="nb-NO" kern="0" dirty="0"/>
              <a:t> 7.0 material design </a:t>
            </a:r>
          </a:p>
          <a:p>
            <a:pPr lvl="1"/>
            <a:r>
              <a:rPr lang="nb-NO" kern="0" dirty="0"/>
              <a:t>Omskrivning til MVW – </a:t>
            </a:r>
          </a:p>
          <a:p>
            <a:pPr lvl="1"/>
            <a:r>
              <a:rPr lang="nb-NO" kern="0" dirty="0"/>
              <a:t>Single </a:t>
            </a:r>
            <a:r>
              <a:rPr lang="nb-NO" kern="0" dirty="0" err="1"/>
              <a:t>page</a:t>
            </a:r>
            <a:r>
              <a:rPr lang="nb-NO" kern="0" dirty="0"/>
              <a:t> </a:t>
            </a:r>
            <a:r>
              <a:rPr lang="nb-NO" kern="0" dirty="0" err="1"/>
              <a:t>application</a:t>
            </a:r>
            <a:endParaRPr lang="nb-NO" kern="0" dirty="0"/>
          </a:p>
          <a:p>
            <a:pPr marL="0" indent="0">
              <a:buNone/>
            </a:pPr>
            <a:endParaRPr lang="nb-NO" kern="0" dirty="0"/>
          </a:p>
          <a:p>
            <a:pPr marL="0" indent="0">
              <a:buNone/>
            </a:pPr>
            <a:endParaRPr lang="nb-NO" kern="0" dirty="0">
              <a:cs typeface="Arial"/>
            </a:endParaRPr>
          </a:p>
        </p:txBody>
      </p:sp>
      <p:pic>
        <p:nvPicPr>
          <p:cNvPr id="5" name="Picture 4" descr="A screenshot of a computer">
            <a:extLst>
              <a:ext uri="{FF2B5EF4-FFF2-40B4-BE49-F238E27FC236}">
                <a16:creationId xmlns:a16="http://schemas.microsoft.com/office/drawing/2014/main" id="{C8322D1A-F28E-B7C3-1D4B-28188223CF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372" y="1099339"/>
            <a:ext cx="7462853" cy="4484063"/>
          </a:xfrm>
          <a:prstGeom prst="rect">
            <a:avLst/>
          </a:prstGeom>
        </p:spPr>
      </p:pic>
      <p:pic>
        <p:nvPicPr>
          <p:cNvPr id="8" name="Picture 7" descr="A screenshot of a computer">
            <a:extLst>
              <a:ext uri="{FF2B5EF4-FFF2-40B4-BE49-F238E27FC236}">
                <a16:creationId xmlns:a16="http://schemas.microsoft.com/office/drawing/2014/main" id="{752C10B4-71FC-5FB3-9020-7F736C4859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5113" y="1252643"/>
            <a:ext cx="6361082" cy="50535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595D4EE-276C-600A-2AD1-D6BF994A6F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6798" y="796842"/>
            <a:ext cx="7422320" cy="448406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2874870-543B-2FC6-3CA5-764607875D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6799" y="813705"/>
            <a:ext cx="7422320" cy="52862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7DB862-7068-7E96-8EAF-F501D61C20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46797" y="813705"/>
            <a:ext cx="7723497" cy="5247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730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6CCA0F-4F57-60B5-B1CF-B41C71D7C4D7}"/>
              </a:ext>
            </a:extLst>
          </p:cNvPr>
          <p:cNvSpPr/>
          <p:nvPr/>
        </p:nvSpPr>
        <p:spPr bwMode="auto">
          <a:xfrm>
            <a:off x="262647" y="4527929"/>
            <a:ext cx="11364685" cy="726243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Geneva" charset="-128"/>
            </a:endParaRP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es-ES" dirty="0"/>
              <a:t>Agenda</a:t>
            </a:r>
          </a:p>
        </p:txBody>
      </p:sp>
      <p:sp>
        <p:nvSpPr>
          <p:cNvPr id="6" name="Plassholder for innhold 2">
            <a:extLst>
              <a:ext uri="{FF2B5EF4-FFF2-40B4-BE49-F238E27FC236}">
                <a16:creationId xmlns:a16="http://schemas.microsoft.com/office/drawing/2014/main" id="{73DDC9A0-FCD4-7C6E-8D3C-521C169A70A3}"/>
              </a:ext>
            </a:extLst>
          </p:cNvPr>
          <p:cNvSpPr txBox="1">
            <a:spLocks/>
          </p:cNvSpPr>
          <p:nvPr/>
        </p:nvSpPr>
        <p:spPr>
          <a:xfrm>
            <a:off x="989351" y="1712686"/>
            <a:ext cx="10268262" cy="4133478"/>
          </a:xfrm>
          <a:prstGeom prst="rect">
            <a:avLst/>
          </a:prstGeom>
        </p:spPr>
        <p:txBody>
          <a:bodyPr/>
          <a:lstStyle>
            <a:lvl1pPr marL="279884" indent="-27988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3163">
                <a:solidFill>
                  <a:srgbClr val="3F2163"/>
                </a:solidFill>
                <a:latin typeface="+mn-lt"/>
                <a:ea typeface="+mn-ea"/>
                <a:cs typeface="+mn-cs"/>
              </a:defRPr>
            </a:lvl1pPr>
            <a:lvl2pPr marL="585211" indent="-24171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2440">
                <a:solidFill>
                  <a:srgbClr val="3F2163"/>
                </a:solidFill>
                <a:latin typeface="+mn-lt"/>
                <a:ea typeface="+mn-ea"/>
              </a:defRPr>
            </a:lvl2pPr>
            <a:lvl3pPr marL="839651" indent="-21627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988">
                <a:solidFill>
                  <a:srgbClr val="3F2163"/>
                </a:solidFill>
                <a:latin typeface="+mn-lt"/>
                <a:ea typeface="+mn-ea"/>
              </a:defRPr>
            </a:lvl3pPr>
            <a:lvl4pPr marL="1068646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4pPr>
            <a:lvl5pPr marL="1272198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5pPr>
            <a:lvl6pPr marL="1730190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6pPr>
            <a:lvl7pPr marL="2188181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7pPr>
            <a:lvl8pPr marL="2646173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8pPr>
            <a:lvl9pPr marL="3104164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9pPr>
          </a:lstStyle>
          <a:p>
            <a:r>
              <a:rPr lang="nb-NO" kern="0" dirty="0"/>
              <a:t>Hva er </a:t>
            </a:r>
            <a:r>
              <a:rPr lang="nb-NO" kern="0" dirty="0" err="1"/>
              <a:t>Sencha</a:t>
            </a:r>
            <a:r>
              <a:rPr lang="nb-NO" kern="0" dirty="0"/>
              <a:t> ?  </a:t>
            </a:r>
          </a:p>
          <a:p>
            <a:pPr lvl="1"/>
            <a:r>
              <a:rPr lang="nb-NO" kern="0" dirty="0"/>
              <a:t>Historie </a:t>
            </a:r>
          </a:p>
          <a:p>
            <a:pPr lvl="1"/>
            <a:r>
              <a:rPr lang="nb-NO" kern="0" dirty="0"/>
              <a:t>Produkter  </a:t>
            </a:r>
          </a:p>
          <a:p>
            <a:r>
              <a:rPr lang="nb-NO" kern="0" dirty="0"/>
              <a:t>Utvikling i </a:t>
            </a:r>
            <a:r>
              <a:rPr lang="nb-NO" kern="0" dirty="0" err="1"/>
              <a:t>Sencha</a:t>
            </a:r>
            <a:r>
              <a:rPr lang="nb-NO" kern="0" dirty="0"/>
              <a:t> </a:t>
            </a:r>
            <a:r>
              <a:rPr lang="nb-NO" kern="0" dirty="0">
                <a:sym typeface="Wingdings" panose="05000000000000000000" pitchFamily="2" charset="2"/>
              </a:rPr>
              <a:t> Demo – «grid» </a:t>
            </a:r>
            <a:r>
              <a:rPr lang="nb-NO" kern="0" dirty="0"/>
              <a:t> </a:t>
            </a:r>
          </a:p>
          <a:p>
            <a:r>
              <a:rPr lang="nb-NO" kern="0" dirty="0" err="1"/>
              <a:t>Sencha</a:t>
            </a:r>
            <a:r>
              <a:rPr lang="nb-NO" kern="0" dirty="0"/>
              <a:t> i </a:t>
            </a:r>
            <a:r>
              <a:rPr lang="nb-NO" kern="0" dirty="0" err="1"/>
              <a:t>Proventus</a:t>
            </a:r>
            <a:r>
              <a:rPr lang="nb-NO" kern="0" dirty="0"/>
              <a:t> </a:t>
            </a:r>
            <a:r>
              <a:rPr lang="nb-NO" kern="0" dirty="0">
                <a:sym typeface="Wingdings" panose="05000000000000000000" pitchFamily="2" charset="2"/>
              </a:rPr>
              <a:t> Demo </a:t>
            </a:r>
            <a:r>
              <a:rPr lang="nb-NO" kern="0" dirty="0" err="1">
                <a:sym typeface="Wingdings" panose="05000000000000000000" pitchFamily="2" charset="2"/>
              </a:rPr>
              <a:t>Merida</a:t>
            </a:r>
            <a:r>
              <a:rPr lang="nb-NO" kern="0" dirty="0">
                <a:sym typeface="Wingdings" panose="05000000000000000000" pitchFamily="2" charset="2"/>
              </a:rPr>
              <a:t> Web</a:t>
            </a:r>
            <a:endParaRPr lang="nb-NO" kern="0" dirty="0"/>
          </a:p>
          <a:p>
            <a:r>
              <a:rPr lang="nb-NO" kern="0" dirty="0"/>
              <a:t>Tanker om webutvikling med Progress </a:t>
            </a:r>
          </a:p>
          <a:p>
            <a:pPr marL="0" indent="0">
              <a:buNone/>
            </a:pPr>
            <a:endParaRPr lang="nb-NO" kern="0" dirty="0"/>
          </a:p>
          <a:p>
            <a:pPr marL="0" indent="0">
              <a:buNone/>
            </a:pPr>
            <a:endParaRPr lang="nb-NO" kern="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997947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nb-NO" kern="0" dirty="0"/>
              <a:t>Webutvikling og Progress </a:t>
            </a:r>
            <a:br>
              <a:rPr lang="nb-NO" kern="0" dirty="0"/>
            </a:br>
            <a:r>
              <a:rPr lang="es-ES" dirty="0"/>
              <a:t>	</a:t>
            </a:r>
          </a:p>
        </p:txBody>
      </p:sp>
      <p:sp>
        <p:nvSpPr>
          <p:cNvPr id="6" name="Plassholder for innhold 2">
            <a:extLst>
              <a:ext uri="{FF2B5EF4-FFF2-40B4-BE49-F238E27FC236}">
                <a16:creationId xmlns:a16="http://schemas.microsoft.com/office/drawing/2014/main" id="{73DDC9A0-FCD4-7C6E-8D3C-521C169A70A3}"/>
              </a:ext>
            </a:extLst>
          </p:cNvPr>
          <p:cNvSpPr txBox="1">
            <a:spLocks/>
          </p:cNvSpPr>
          <p:nvPr/>
        </p:nvSpPr>
        <p:spPr>
          <a:xfrm>
            <a:off x="961869" y="1444848"/>
            <a:ext cx="10268262" cy="3448250"/>
          </a:xfrm>
          <a:prstGeom prst="rect">
            <a:avLst/>
          </a:prstGeom>
        </p:spPr>
        <p:txBody>
          <a:bodyPr/>
          <a:lstStyle>
            <a:lvl1pPr marL="279884" indent="-27988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3163">
                <a:solidFill>
                  <a:srgbClr val="3F2163"/>
                </a:solidFill>
                <a:latin typeface="+mn-lt"/>
                <a:ea typeface="+mn-ea"/>
                <a:cs typeface="+mn-cs"/>
              </a:defRPr>
            </a:lvl1pPr>
            <a:lvl2pPr marL="585211" indent="-24171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2440">
                <a:solidFill>
                  <a:srgbClr val="3F2163"/>
                </a:solidFill>
                <a:latin typeface="+mn-lt"/>
                <a:ea typeface="+mn-ea"/>
              </a:defRPr>
            </a:lvl2pPr>
            <a:lvl3pPr marL="839651" indent="-21627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988">
                <a:solidFill>
                  <a:srgbClr val="3F2163"/>
                </a:solidFill>
                <a:latin typeface="+mn-lt"/>
                <a:ea typeface="+mn-ea"/>
              </a:defRPr>
            </a:lvl3pPr>
            <a:lvl4pPr marL="1068646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4pPr>
            <a:lvl5pPr marL="1272198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5pPr>
            <a:lvl6pPr marL="1730190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6pPr>
            <a:lvl7pPr marL="2188181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7pPr>
            <a:lvl8pPr marL="2646173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8pPr>
            <a:lvl9pPr marL="3104164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9pPr>
          </a:lstStyle>
          <a:p>
            <a:r>
              <a:rPr lang="nb-NO" kern="0" dirty="0" err="1"/>
              <a:t>Webspeed</a:t>
            </a:r>
            <a:r>
              <a:rPr lang="nb-NO" kern="0" dirty="0"/>
              <a:t> – </a:t>
            </a:r>
            <a:r>
              <a:rPr lang="nb-NO" kern="0" dirty="0" err="1"/>
              <a:t>mapped</a:t>
            </a:r>
            <a:r>
              <a:rPr lang="nb-NO" kern="0" dirty="0"/>
              <a:t> html/Speedscript/CGI </a:t>
            </a:r>
            <a:r>
              <a:rPr lang="nb-NO" kern="0" dirty="0" err="1"/>
              <a:t>wrapper</a:t>
            </a:r>
            <a:r>
              <a:rPr lang="nb-NO" kern="0" dirty="0"/>
              <a:t> - 1995 </a:t>
            </a:r>
          </a:p>
          <a:p>
            <a:r>
              <a:rPr lang="nb-NO" kern="0" dirty="0" err="1"/>
              <a:t>Apptivity</a:t>
            </a:r>
            <a:r>
              <a:rPr lang="nb-NO" kern="0" dirty="0"/>
              <a:t> – 1998 </a:t>
            </a:r>
          </a:p>
          <a:p>
            <a:r>
              <a:rPr lang="nb-NO" kern="0" dirty="0">
                <a:sym typeface="Wingdings" panose="05000000000000000000" pitchFamily="2" charset="2"/>
              </a:rPr>
              <a:t>Dynamics - 2002  </a:t>
            </a:r>
          </a:p>
          <a:p>
            <a:r>
              <a:rPr lang="nb-NO" dirty="0"/>
              <a:t>REST </a:t>
            </a:r>
            <a:r>
              <a:rPr lang="nb-NO" dirty="0">
                <a:sym typeface="Wingdings" panose="05000000000000000000" pitchFamily="2" charset="2"/>
              </a:rPr>
              <a:t> </a:t>
            </a:r>
            <a:r>
              <a:rPr lang="nb-NO" dirty="0"/>
              <a:t>med </a:t>
            </a:r>
            <a:r>
              <a:rPr lang="nb-NO" dirty="0" err="1"/>
              <a:t>Webspeed</a:t>
            </a:r>
            <a:r>
              <a:rPr lang="nb-NO" dirty="0"/>
              <a:t> (</a:t>
            </a:r>
            <a:r>
              <a:rPr lang="nb-NO" dirty="0" err="1"/>
              <a:t>json</a:t>
            </a:r>
            <a:r>
              <a:rPr lang="nb-NO" dirty="0"/>
              <a:t>)</a:t>
            </a:r>
          </a:p>
          <a:p>
            <a:r>
              <a:rPr lang="nb-NO" dirty="0" err="1"/>
              <a:t>Sitefinity</a:t>
            </a:r>
            <a:r>
              <a:rPr lang="nb-NO" dirty="0"/>
              <a:t> .. </a:t>
            </a:r>
          </a:p>
          <a:p>
            <a:r>
              <a:rPr lang="nb-NO" dirty="0"/>
              <a:t>Kendo UI – 2014 (mobile)</a:t>
            </a:r>
          </a:p>
          <a:p>
            <a:r>
              <a:rPr lang="nb-NO" kern="0" dirty="0" err="1"/>
              <a:t>Servoy</a:t>
            </a:r>
            <a:r>
              <a:rPr lang="nb-NO" kern="0" dirty="0"/>
              <a:t> </a:t>
            </a:r>
          </a:p>
        </p:txBody>
      </p:sp>
      <p:sp>
        <p:nvSpPr>
          <p:cNvPr id="4" name="AutoShape 2" descr="Watch Ext JS Video">
            <a:extLst>
              <a:ext uri="{FF2B5EF4-FFF2-40B4-BE49-F238E27FC236}">
                <a16:creationId xmlns:a16="http://schemas.microsoft.com/office/drawing/2014/main" id="{E94D3DBE-DC3C-EE48-DD4E-19885713EEF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74709" y="182562"/>
            <a:ext cx="2114211" cy="3215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6109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es-ES" dirty="0" err="1"/>
              <a:t>Servoy</a:t>
            </a:r>
            <a:r>
              <a:rPr lang="es-ES" dirty="0"/>
              <a:t> </a:t>
            </a:r>
          </a:p>
        </p:txBody>
      </p:sp>
      <p:sp>
        <p:nvSpPr>
          <p:cNvPr id="4" name="AutoShape 2" descr="Watch Ext JS Video">
            <a:extLst>
              <a:ext uri="{FF2B5EF4-FFF2-40B4-BE49-F238E27FC236}">
                <a16:creationId xmlns:a16="http://schemas.microsoft.com/office/drawing/2014/main" id="{1640F98E-2AA1-CF9A-46E3-2FD339B6AD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73100" y="182563"/>
            <a:ext cx="285750" cy="285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10F4CF-346B-B7D8-6CA9-9BEC36953C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067" y="1439694"/>
            <a:ext cx="8914342" cy="4587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635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27A240-4B07-BAF2-7781-8AAAAFC53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8157"/>
            <a:ext cx="8845375" cy="651096"/>
          </a:xfrm>
        </p:spPr>
        <p:txBody>
          <a:bodyPr/>
          <a:lstStyle/>
          <a:p>
            <a:r>
              <a:rPr lang="nb-NO" kern="0" dirty="0"/>
              <a:t>Webutvikling og Progress (fors.)</a:t>
            </a:r>
            <a:endParaRPr lang="es-ES" dirty="0"/>
          </a:p>
        </p:txBody>
      </p:sp>
      <p:sp>
        <p:nvSpPr>
          <p:cNvPr id="4" name="AutoShape 2" descr="Watch Ext JS Video">
            <a:extLst>
              <a:ext uri="{FF2B5EF4-FFF2-40B4-BE49-F238E27FC236}">
                <a16:creationId xmlns:a16="http://schemas.microsoft.com/office/drawing/2014/main" id="{1640F98E-2AA1-CF9A-46E3-2FD339B6AD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73100" y="182563"/>
            <a:ext cx="285750" cy="285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DA26B6-8A7C-EC78-B64B-4B139AB03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034" y="1494220"/>
            <a:ext cx="9949864" cy="408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8092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8A85304D-11E6-4105-A76E-206A90ED6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034" y="489268"/>
            <a:ext cx="10509251" cy="539750"/>
          </a:xfrm>
        </p:spPr>
        <p:txBody>
          <a:bodyPr/>
          <a:lstStyle/>
          <a:p>
            <a:r>
              <a:rPr lang="nb-NO" dirty="0"/>
              <a:t> </a:t>
            </a:r>
          </a:p>
        </p:txBody>
      </p:sp>
      <p:sp>
        <p:nvSpPr>
          <p:cNvPr id="6" name="Plassholder for innhold 5">
            <a:extLst>
              <a:ext uri="{FF2B5EF4-FFF2-40B4-BE49-F238E27FC236}">
                <a16:creationId xmlns:a16="http://schemas.microsoft.com/office/drawing/2014/main" id="{BE0D54A9-50C0-4707-8E8A-A6725C8F06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375" y="1371282"/>
            <a:ext cx="10509250" cy="4654550"/>
          </a:xfrm>
        </p:spPr>
        <p:txBody>
          <a:bodyPr/>
          <a:lstStyle/>
          <a:p>
            <a:pPr lvl="1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nb-NO" sz="100" dirty="0">
              <a:effectLst/>
              <a:latin typeface="Calibri" panose="020F0502020204030204" pitchFamily="34" charset="0"/>
            </a:endParaRPr>
          </a:p>
          <a:p>
            <a:pPr lvl="1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nb-NO" sz="100" dirty="0">
              <a:effectLst/>
              <a:latin typeface="Calibri" panose="020F0502020204030204" pitchFamily="34" charset="0"/>
            </a:endParaRPr>
          </a:p>
          <a:p>
            <a:pPr marL="63016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nb-NO" sz="900" dirty="0">
                <a:effectLst/>
                <a:latin typeface="Calibri" panose="020F0502020204030204" pitchFamily="34" charset="0"/>
              </a:rPr>
              <a:t> </a:t>
            </a:r>
          </a:p>
          <a:p>
            <a:pPr marL="0">
              <a:spcBef>
                <a:spcPts val="0"/>
              </a:spcBef>
              <a:spcAft>
                <a:spcPts val="0"/>
              </a:spcAft>
            </a:pPr>
            <a:endParaRPr lang="nb-NO" sz="2000" dirty="0"/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endParaRPr lang="nb-NO" sz="2000" dirty="0"/>
          </a:p>
          <a:p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73DDC9A0-FCD4-7C6E-8D3C-521C169A70A3}"/>
              </a:ext>
            </a:extLst>
          </p:cNvPr>
          <p:cNvSpPr txBox="1">
            <a:spLocks/>
          </p:cNvSpPr>
          <p:nvPr/>
        </p:nvSpPr>
        <p:spPr>
          <a:xfrm>
            <a:off x="989351" y="1334126"/>
            <a:ext cx="10268262" cy="1452618"/>
          </a:xfrm>
          <a:prstGeom prst="rect">
            <a:avLst/>
          </a:prstGeom>
        </p:spPr>
        <p:txBody>
          <a:bodyPr/>
          <a:lstStyle>
            <a:lvl1pPr marL="279884" indent="-27988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3163">
                <a:solidFill>
                  <a:srgbClr val="3F2163"/>
                </a:solidFill>
                <a:latin typeface="+mn-lt"/>
                <a:ea typeface="+mn-ea"/>
                <a:cs typeface="+mn-cs"/>
              </a:defRPr>
            </a:lvl1pPr>
            <a:lvl2pPr marL="585211" indent="-24171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2440">
                <a:solidFill>
                  <a:srgbClr val="3F2163"/>
                </a:solidFill>
                <a:latin typeface="+mn-lt"/>
                <a:ea typeface="+mn-ea"/>
              </a:defRPr>
            </a:lvl2pPr>
            <a:lvl3pPr marL="839651" indent="-216274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988">
                <a:solidFill>
                  <a:srgbClr val="3F2163"/>
                </a:solidFill>
                <a:latin typeface="+mn-lt"/>
                <a:ea typeface="+mn-ea"/>
              </a:defRPr>
            </a:lvl3pPr>
            <a:lvl4pPr marL="1068646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4pPr>
            <a:lvl5pPr marL="1272198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5pPr>
            <a:lvl6pPr marL="1730190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6pPr>
            <a:lvl7pPr marL="2188181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7pPr>
            <a:lvl8pPr marL="2646173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8pPr>
            <a:lvl9pPr marL="3104164" indent="-178108" algn="l" rtl="0" eaLnBrk="1" fontAlgn="base" hangingPunct="1">
              <a:spcBef>
                <a:spcPct val="30000"/>
              </a:spcBef>
              <a:spcAft>
                <a:spcPct val="0"/>
              </a:spcAft>
              <a:buClr>
                <a:srgbClr val="CD292B"/>
              </a:buClr>
              <a:buChar char="&gt;"/>
              <a:defRPr sz="1626">
                <a:solidFill>
                  <a:srgbClr val="3F2163"/>
                </a:solidFill>
                <a:latin typeface="+mn-lt"/>
                <a:ea typeface="+mn-ea"/>
              </a:defRPr>
            </a:lvl9pPr>
          </a:lstStyle>
          <a:p>
            <a:pPr marL="343493" lvl="1" indent="0">
              <a:buNone/>
            </a:pPr>
            <a:r>
              <a:rPr lang="nb-NO" sz="4400" b="1" kern="0" dirty="0"/>
              <a:t>	Diskusjon …  ?</a:t>
            </a:r>
            <a:r>
              <a:rPr lang="nb-NO" kern="0" dirty="0"/>
              <a:t> </a:t>
            </a:r>
          </a:p>
          <a:p>
            <a:pPr marL="0" indent="0">
              <a:buNone/>
            </a:pPr>
            <a:endParaRPr lang="nb-NO" kern="0" dirty="0">
              <a:cs typeface="Arial"/>
            </a:endParaRPr>
          </a:p>
        </p:txBody>
      </p:sp>
      <p:sp>
        <p:nvSpPr>
          <p:cNvPr id="9" name="AutoShape 2" descr="Maskingenerert alternativ tekst:&#10;Curt Oldenborg &#10;/ OEApplication &#10;2 &#10;3 &#10;Overview &#10;Add App Center's SDK to your app. &#10;For detailed instructions on SDK integration go to: &#10;Getting Started With the WinForms SDK &#10;Add NuGet packages to your solution &#10;Search for App Center, and install the Microsoft .AppCenter.Ana1ytics and &#10;Microsoft. AppCenter . Crashes packages. &#10;If you use the App Center SDK in a portable project, you need to install the packages in both the portable &#10;and the WinForms projects. Learn more. &#10;Start the SDK &#10;Inside your app's Program.cs file, add the following using statements. &#10;using Microsoft .AppCenter; &#10;using Microsoft .AppCenter.Ana1ytics; &#10;using Microsoft .AppCenter. Crashes; &#10;ln the same file, add the following in the Main method before the Application.Run statement. &#10;AppCenter. Start( &quot;{Your app secret here}&quot; &#10;typeof(Ana1ytics), typeof(Crashes)), &#10;Integrate app secret &#10;Go to docs ">
            <a:extLst>
              <a:ext uri="{FF2B5EF4-FFF2-40B4-BE49-F238E27FC236}">
                <a16:creationId xmlns:a16="http://schemas.microsoft.com/office/drawing/2014/main" id="{04E69F54-E3AC-5261-466C-0A154779EB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30188" y="0"/>
            <a:ext cx="9479869" cy="5542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77777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8jo.jllSby3.s0vAKOqNw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YsMZbLFSB.zcp8ZEoIkhQ"/>
</p:tagLst>
</file>

<file path=ppt/theme/theme1.xml><?xml version="1.0" encoding="utf-8"?>
<a:theme xmlns:a="http://schemas.openxmlformats.org/drawingml/2006/main" name="Proventus_mal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-tema">
      <a:majorFont>
        <a:latin typeface="Arial"/>
        <a:ea typeface="Geneva"/>
        <a:cs typeface=""/>
      </a:majorFont>
      <a:minorFont>
        <a:latin typeface="Arial"/>
        <a:ea typeface="Genev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Geneva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Geneva" charset="-128"/>
          </a:defRPr>
        </a:defPPr>
      </a:lstStyle>
    </a:lnDef>
  </a:objectDefaults>
  <a:extraClrSchemeLst>
    <a:extraClrScheme>
      <a:clrScheme name="Office-tema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-tema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-tema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-tema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-tema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-tema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-tema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-tema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-tema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-tema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-tema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-tema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>
  <documentManagement>
    <SharedWithUsers xmlns="1fa614e3-3f57-48a7-8339-457ca54bf77d">
      <UserInfo>
        <DisplayName>Ole Gulbrandsen</DisplayName>
        <AccountId>106</AccountId>
        <AccountType/>
      </UserInfo>
      <UserInfo>
        <DisplayName>Martin Gulbrandsen</DisplayName>
        <AccountId>107</AccountId>
        <AccountType/>
      </UserInfo>
      <UserInfo>
        <DisplayName>Carla Sandbakken</DisplayName>
        <AccountId>15</AccountId>
        <AccountType/>
      </UserInfo>
    </SharedWithUsers>
    <Kommentar xmlns="1c0cfada-5ad1-4141-a7e4-302c777d4289" xsi:nil="true"/>
    <Info xmlns="1c0cfada-5ad1-4141-a7e4-302c777d4289" xsi:nil="true"/>
    <Dato xmlns="1c0cfada-5ad1-4141-a7e4-302c777d4289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882F06DB12CC9948BE1669C6ED3C8E55" ma:contentTypeVersion="13" ma:contentTypeDescription="Opprett et nytt dokument." ma:contentTypeScope="" ma:versionID="10eaf0924a18fb089c1c4bc74b4bb062">
  <xsd:schema xmlns:xsd="http://www.w3.org/2001/XMLSchema" xmlns:xs="http://www.w3.org/2001/XMLSchema" xmlns:p="http://schemas.microsoft.com/office/2006/metadata/properties" xmlns:ns2="1c0cfada-5ad1-4141-a7e4-302c777d4289" xmlns:ns3="1fa614e3-3f57-48a7-8339-457ca54bf77d" targetNamespace="http://schemas.microsoft.com/office/2006/metadata/properties" ma:root="true" ma:fieldsID="c1a6a96a06c7d5b0176babe426e6acf7" ns2:_="" ns3:_="">
    <xsd:import namespace="1c0cfada-5ad1-4141-a7e4-302c777d4289"/>
    <xsd:import namespace="1fa614e3-3f57-48a7-8339-457ca54bf77d"/>
    <xsd:element name="properties">
      <xsd:complexType>
        <xsd:sequence>
          <xsd:element name="documentManagement">
            <xsd:complexType>
              <xsd:all>
                <xsd:element ref="ns2:Dato" minOccurs="0"/>
                <xsd:element ref="ns2:MediaServiceMetadata" minOccurs="0"/>
                <xsd:element ref="ns2:MediaServiceFastMetadata" minOccurs="0"/>
                <xsd:element ref="ns3:SharedWithUsers" minOccurs="0"/>
                <xsd:element ref="ns2:Info" minOccurs="0"/>
                <xsd:element ref="ns2:MediaServiceAutoTag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Kommentar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c0cfada-5ad1-4141-a7e4-302c777d4289" elementFormDefault="qualified">
    <xsd:import namespace="http://schemas.microsoft.com/office/2006/documentManagement/types"/>
    <xsd:import namespace="http://schemas.microsoft.com/office/infopath/2007/PartnerControls"/>
    <xsd:element name="Dato" ma:index="8" nillable="true" ma:displayName="Dato" ma:format="DateOnly" ma:internalName="Dato">
      <xsd:simpleType>
        <xsd:restriction base="dms:DateTime"/>
      </xsd:simpleType>
    </xsd:element>
    <xsd:element name="MediaServiceMetadata" ma:index="9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Info" ma:index="12" nillable="true" ma:displayName="Info" ma:internalName="Info">
      <xsd:simpleType>
        <xsd:restriction base="dms:Text">
          <xsd:maxLength value="255"/>
        </xsd:restriction>
      </xsd:simpleType>
    </xsd:element>
    <xsd:element name="MediaServiceAutoTags" ma:index="13" nillable="true" ma:displayName="MediaServiceAutoTags" ma:description="" ma:internalName="MediaServiceAutoTags" ma:readOnly="true">
      <xsd:simpleType>
        <xsd:restriction base="dms:Text"/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Kommentar" ma:index="17" nillable="true" ma:displayName="Kommentar" ma:format="Dropdown" ma:internalName="Kommentar">
      <xsd:simpleType>
        <xsd:restriction base="dms:Text">
          <xsd:maxLength value="255"/>
        </xsd:restriction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fa614e3-3f57-48a7-8339-457ca54bf77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Delt med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Delingsdetaljer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A84BF71-7CBD-4C8B-B0E0-74D8261F9610}">
  <ds:schemaRefs>
    <ds:schemaRef ds:uri="http://purl.org/dc/dcmitype/"/>
    <ds:schemaRef ds:uri="http://purl.org/dc/terms/"/>
    <ds:schemaRef ds:uri="a8fde114-53c4-4d66-9c4e-c0ccaff6362c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b3d16a52-99db-4e92-a783-bb77e103e7e1"/>
    <ds:schemaRef ds:uri="http://schemas.microsoft.com/office/2006/metadata/properties"/>
    <ds:schemaRef ds:uri="1fa614e3-3f57-48a7-8339-457ca54bf77d"/>
    <ds:schemaRef ds:uri="1c0cfada-5ad1-4141-a7e4-302c777d4289"/>
  </ds:schemaRefs>
</ds:datastoreItem>
</file>

<file path=customXml/itemProps2.xml><?xml version="1.0" encoding="utf-8"?>
<ds:datastoreItem xmlns:ds="http://schemas.openxmlformats.org/officeDocument/2006/customXml" ds:itemID="{080134C9-B21F-4E65-9D74-E32255AB3E1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9794087-240E-4CD2-825C-9A7C8DA6550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c0cfada-5ad1-4141-a7e4-302c777d4289"/>
    <ds:schemaRef ds:uri="1fa614e3-3f57-48a7-8339-457ca54bf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22606</TotalTime>
  <Words>2052</Words>
  <Application>Microsoft Office PowerPoint</Application>
  <PresentationFormat>Widescreen</PresentationFormat>
  <Paragraphs>237</Paragraphs>
  <Slides>26</Slides>
  <Notes>26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7" baseType="lpstr">
      <vt:lpstr>Proventus_mal</vt:lpstr>
      <vt:lpstr>PowerPoint Presentation</vt:lpstr>
      <vt:lpstr>Openedge AI </vt:lpstr>
      <vt:lpstr>Workflow / automatisering  </vt:lpstr>
      <vt:lpstr>  n8n   </vt:lpstr>
      <vt:lpstr>  n8n   </vt:lpstr>
      <vt:lpstr>Historie</vt:lpstr>
      <vt:lpstr>Historie (fors.)</vt:lpstr>
      <vt:lpstr>Historie (fors.)</vt:lpstr>
      <vt:lpstr>Historie (fors.)</vt:lpstr>
      <vt:lpstr>Om Sencha</vt:lpstr>
      <vt:lpstr>Teknisk om ExtJS</vt:lpstr>
      <vt:lpstr>Sencha UI eksempler</vt:lpstr>
      <vt:lpstr>Noen Sencha produkter </vt:lpstr>
      <vt:lpstr>Sencha vs xxxx</vt:lpstr>
      <vt:lpstr>Hvorfor Sencha </vt:lpstr>
      <vt:lpstr>Agenda</vt:lpstr>
      <vt:lpstr>Demo</vt:lpstr>
      <vt:lpstr>MVC  MVVM </vt:lpstr>
      <vt:lpstr>Sencha komponenter i demo </vt:lpstr>
      <vt:lpstr>Agenda</vt:lpstr>
      <vt:lpstr>Merida</vt:lpstr>
      <vt:lpstr>Agenda</vt:lpstr>
      <vt:lpstr>Webutvikling og Progress   </vt:lpstr>
      <vt:lpstr>Servoy </vt:lpstr>
      <vt:lpstr>Webutvikling og Progress (fors.)</vt:lpstr>
      <vt:lpstr>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Velkommen til</dc:title>
  <dc:creator>Curt</dc:creator>
  <cp:lastModifiedBy>Curt Oldenborg</cp:lastModifiedBy>
  <cp:revision>416</cp:revision>
  <cp:lastPrinted>2020-09-03T12:18:27Z</cp:lastPrinted>
  <dcterms:created xsi:type="dcterms:W3CDTF">2017-01-30T15:01:05Z</dcterms:created>
  <dcterms:modified xsi:type="dcterms:W3CDTF">2025-03-16T19:17:49Z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0x010100882F06DB12CC9948BE1669C6ED3C8E55</vt:lpwstr>
  </property>
</Properties>
</file>